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438912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747775"/>
          </p15:clr>
        </p15:guide>
        <p15:guide id="2" pos="10368">
          <p15:clr>
            <a:srgbClr val="747775"/>
          </p15:clr>
        </p15:guide>
      </p15:sldGuideLst>
    </p:ext>
    <p:ext uri="GoogleSlidesCustomDataVersion2">
      <go:slidesCustomData xmlns:go="http://customooxmlschemas.google.com/" r:id="rId8" roundtripDataSignature="AMtx7mgvUL1S4sE5VMlPpb9rR+SYVpIQ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45216C-FFF9-4C13-BD51-00254840F7AA}">
  <a:tblStyle styleId="{E945216C-FFF9-4C13-BD51-00254840F7A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10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3"/>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1122150" y="6353707"/>
            <a:ext cx="30674100" cy="17515500"/>
          </a:xfrm>
          <a:prstGeom prst="rect">
            <a:avLst/>
          </a:prstGeom>
          <a:noFill/>
          <a:ln>
            <a:noFill/>
          </a:ln>
        </p:spPr>
        <p:txBody>
          <a:bodyPr anchorCtr="0" anchor="b" bIns="479475" lIns="479475" spcFirstLastPara="1" rIns="479475" wrap="square" tIns="479475">
            <a:normAutofit/>
          </a:bodyPr>
          <a:lstStyle>
            <a:lvl1pPr lvl="0" algn="ctr">
              <a:lnSpc>
                <a:spcPct val="100000"/>
              </a:lnSpc>
              <a:spcBef>
                <a:spcPts val="0"/>
              </a:spcBef>
              <a:spcAft>
                <a:spcPts val="0"/>
              </a:spcAft>
              <a:buSzPts val="27271"/>
              <a:buNone/>
              <a:defRPr sz="27271"/>
            </a:lvl1pPr>
            <a:lvl2pPr lvl="1" algn="ctr">
              <a:lnSpc>
                <a:spcPct val="100000"/>
              </a:lnSpc>
              <a:spcBef>
                <a:spcPts val="0"/>
              </a:spcBef>
              <a:spcAft>
                <a:spcPts val="0"/>
              </a:spcAft>
              <a:buSzPts val="27271"/>
              <a:buNone/>
              <a:defRPr sz="27271"/>
            </a:lvl2pPr>
            <a:lvl3pPr lvl="2" algn="ctr">
              <a:lnSpc>
                <a:spcPct val="100000"/>
              </a:lnSpc>
              <a:spcBef>
                <a:spcPts val="0"/>
              </a:spcBef>
              <a:spcAft>
                <a:spcPts val="0"/>
              </a:spcAft>
              <a:buSzPts val="27271"/>
              <a:buNone/>
              <a:defRPr sz="27271"/>
            </a:lvl3pPr>
            <a:lvl4pPr lvl="3" algn="ctr">
              <a:lnSpc>
                <a:spcPct val="100000"/>
              </a:lnSpc>
              <a:spcBef>
                <a:spcPts val="0"/>
              </a:spcBef>
              <a:spcAft>
                <a:spcPts val="0"/>
              </a:spcAft>
              <a:buSzPts val="27271"/>
              <a:buNone/>
              <a:defRPr sz="27271"/>
            </a:lvl4pPr>
            <a:lvl5pPr lvl="4" algn="ctr">
              <a:lnSpc>
                <a:spcPct val="100000"/>
              </a:lnSpc>
              <a:spcBef>
                <a:spcPts val="0"/>
              </a:spcBef>
              <a:spcAft>
                <a:spcPts val="0"/>
              </a:spcAft>
              <a:buSzPts val="27271"/>
              <a:buNone/>
              <a:defRPr sz="27271"/>
            </a:lvl5pPr>
            <a:lvl6pPr lvl="5" algn="ctr">
              <a:lnSpc>
                <a:spcPct val="100000"/>
              </a:lnSpc>
              <a:spcBef>
                <a:spcPts val="0"/>
              </a:spcBef>
              <a:spcAft>
                <a:spcPts val="0"/>
              </a:spcAft>
              <a:buSzPts val="27271"/>
              <a:buNone/>
              <a:defRPr sz="27271"/>
            </a:lvl6pPr>
            <a:lvl7pPr lvl="6" algn="ctr">
              <a:lnSpc>
                <a:spcPct val="100000"/>
              </a:lnSpc>
              <a:spcBef>
                <a:spcPts val="0"/>
              </a:spcBef>
              <a:spcAft>
                <a:spcPts val="0"/>
              </a:spcAft>
              <a:buSzPts val="27271"/>
              <a:buNone/>
              <a:defRPr sz="27271"/>
            </a:lvl7pPr>
            <a:lvl8pPr lvl="7" algn="ctr">
              <a:lnSpc>
                <a:spcPct val="100000"/>
              </a:lnSpc>
              <a:spcBef>
                <a:spcPts val="0"/>
              </a:spcBef>
              <a:spcAft>
                <a:spcPts val="0"/>
              </a:spcAft>
              <a:buSzPts val="27271"/>
              <a:buNone/>
              <a:defRPr sz="27271"/>
            </a:lvl8pPr>
            <a:lvl9pPr lvl="8" algn="ctr">
              <a:lnSpc>
                <a:spcPct val="100000"/>
              </a:lnSpc>
              <a:spcBef>
                <a:spcPts val="0"/>
              </a:spcBef>
              <a:spcAft>
                <a:spcPts val="0"/>
              </a:spcAft>
              <a:buSzPts val="27271"/>
              <a:buNone/>
              <a:defRPr sz="27271"/>
            </a:lvl9pPr>
          </a:lstStyle>
          <a:p/>
        </p:txBody>
      </p:sp>
      <p:sp>
        <p:nvSpPr>
          <p:cNvPr id="13" name="Google Shape;13;p4"/>
          <p:cNvSpPr txBox="1"/>
          <p:nvPr>
            <p:ph idx="1" type="subTitle"/>
          </p:nvPr>
        </p:nvSpPr>
        <p:spPr>
          <a:xfrm>
            <a:off x="1122120" y="24184533"/>
            <a:ext cx="30674100" cy="6763500"/>
          </a:xfrm>
          <a:prstGeom prst="rect">
            <a:avLst/>
          </a:prstGeom>
          <a:noFill/>
          <a:ln>
            <a:noFill/>
          </a:ln>
        </p:spPr>
        <p:txBody>
          <a:bodyPr anchorCtr="0" anchor="t" bIns="479475" lIns="479475" spcFirstLastPara="1" rIns="479475" wrap="square" tIns="479475">
            <a:normAutofit/>
          </a:bodyPr>
          <a:lstStyle>
            <a:lvl1pPr lvl="0" algn="ctr">
              <a:lnSpc>
                <a:spcPct val="100000"/>
              </a:lnSpc>
              <a:spcBef>
                <a:spcPts val="0"/>
              </a:spcBef>
              <a:spcAft>
                <a:spcPts val="0"/>
              </a:spcAft>
              <a:buSzPts val="14684"/>
              <a:buNone/>
              <a:defRPr sz="14684"/>
            </a:lvl1pPr>
            <a:lvl2pPr lvl="1" algn="ctr">
              <a:lnSpc>
                <a:spcPct val="100000"/>
              </a:lnSpc>
              <a:spcBef>
                <a:spcPts val="0"/>
              </a:spcBef>
              <a:spcAft>
                <a:spcPts val="0"/>
              </a:spcAft>
              <a:buSzPts val="14684"/>
              <a:buNone/>
              <a:defRPr sz="14684"/>
            </a:lvl2pPr>
            <a:lvl3pPr lvl="2" algn="ctr">
              <a:lnSpc>
                <a:spcPct val="100000"/>
              </a:lnSpc>
              <a:spcBef>
                <a:spcPts val="0"/>
              </a:spcBef>
              <a:spcAft>
                <a:spcPts val="0"/>
              </a:spcAft>
              <a:buSzPts val="14684"/>
              <a:buNone/>
              <a:defRPr sz="14684"/>
            </a:lvl3pPr>
            <a:lvl4pPr lvl="3" algn="ctr">
              <a:lnSpc>
                <a:spcPct val="100000"/>
              </a:lnSpc>
              <a:spcBef>
                <a:spcPts val="0"/>
              </a:spcBef>
              <a:spcAft>
                <a:spcPts val="0"/>
              </a:spcAft>
              <a:buSzPts val="14684"/>
              <a:buNone/>
              <a:defRPr sz="14684"/>
            </a:lvl4pPr>
            <a:lvl5pPr lvl="4" algn="ctr">
              <a:lnSpc>
                <a:spcPct val="100000"/>
              </a:lnSpc>
              <a:spcBef>
                <a:spcPts val="0"/>
              </a:spcBef>
              <a:spcAft>
                <a:spcPts val="0"/>
              </a:spcAft>
              <a:buSzPts val="14684"/>
              <a:buNone/>
              <a:defRPr sz="14684"/>
            </a:lvl5pPr>
            <a:lvl6pPr lvl="5" algn="ctr">
              <a:lnSpc>
                <a:spcPct val="100000"/>
              </a:lnSpc>
              <a:spcBef>
                <a:spcPts val="0"/>
              </a:spcBef>
              <a:spcAft>
                <a:spcPts val="0"/>
              </a:spcAft>
              <a:buSzPts val="14684"/>
              <a:buNone/>
              <a:defRPr sz="14684"/>
            </a:lvl6pPr>
            <a:lvl7pPr lvl="6" algn="ctr">
              <a:lnSpc>
                <a:spcPct val="100000"/>
              </a:lnSpc>
              <a:spcBef>
                <a:spcPts val="0"/>
              </a:spcBef>
              <a:spcAft>
                <a:spcPts val="0"/>
              </a:spcAft>
              <a:buSzPts val="14684"/>
              <a:buNone/>
              <a:defRPr sz="14684"/>
            </a:lvl7pPr>
            <a:lvl8pPr lvl="7" algn="ctr">
              <a:lnSpc>
                <a:spcPct val="100000"/>
              </a:lnSpc>
              <a:spcBef>
                <a:spcPts val="0"/>
              </a:spcBef>
              <a:spcAft>
                <a:spcPts val="0"/>
              </a:spcAft>
              <a:buSzPts val="14684"/>
              <a:buNone/>
              <a:defRPr sz="14684"/>
            </a:lvl8pPr>
            <a:lvl9pPr lvl="8" algn="ctr">
              <a:lnSpc>
                <a:spcPct val="100000"/>
              </a:lnSpc>
              <a:spcBef>
                <a:spcPts val="0"/>
              </a:spcBef>
              <a:spcAft>
                <a:spcPts val="0"/>
              </a:spcAft>
              <a:buSzPts val="14684"/>
              <a:buNone/>
              <a:defRPr sz="14684"/>
            </a:lvl9pPr>
          </a:lstStyle>
          <a:p/>
        </p:txBody>
      </p:sp>
      <p:sp>
        <p:nvSpPr>
          <p:cNvPr id="14" name="Google Shape;14;p4"/>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5"/>
          <p:cNvSpPr txBox="1"/>
          <p:nvPr>
            <p:ph type="title"/>
          </p:nvPr>
        </p:nvSpPr>
        <p:spPr>
          <a:xfrm>
            <a:off x="1122120" y="18353920"/>
            <a:ext cx="30674100" cy="7183500"/>
          </a:xfrm>
          <a:prstGeom prst="rect">
            <a:avLst/>
          </a:prstGeom>
          <a:noFill/>
          <a:ln>
            <a:noFill/>
          </a:ln>
        </p:spPr>
        <p:txBody>
          <a:bodyPr anchorCtr="0" anchor="ctr" bIns="479475" lIns="479475" spcFirstLastPara="1" rIns="479475" wrap="square" tIns="479475">
            <a:normAutofit/>
          </a:bodyPr>
          <a:lstStyle>
            <a:lvl1pPr lvl="0" algn="ctr">
              <a:lnSpc>
                <a:spcPct val="100000"/>
              </a:lnSpc>
              <a:spcBef>
                <a:spcPts val="0"/>
              </a:spcBef>
              <a:spcAft>
                <a:spcPts val="0"/>
              </a:spcAft>
              <a:buSzPts val="18880"/>
              <a:buNone/>
              <a:defRPr sz="18880"/>
            </a:lvl1pPr>
            <a:lvl2pPr lvl="1" algn="ctr">
              <a:lnSpc>
                <a:spcPct val="100000"/>
              </a:lnSpc>
              <a:spcBef>
                <a:spcPts val="0"/>
              </a:spcBef>
              <a:spcAft>
                <a:spcPts val="0"/>
              </a:spcAft>
              <a:buSzPts val="18880"/>
              <a:buNone/>
              <a:defRPr sz="18880"/>
            </a:lvl2pPr>
            <a:lvl3pPr lvl="2" algn="ctr">
              <a:lnSpc>
                <a:spcPct val="100000"/>
              </a:lnSpc>
              <a:spcBef>
                <a:spcPts val="0"/>
              </a:spcBef>
              <a:spcAft>
                <a:spcPts val="0"/>
              </a:spcAft>
              <a:buSzPts val="18880"/>
              <a:buNone/>
              <a:defRPr sz="18880"/>
            </a:lvl3pPr>
            <a:lvl4pPr lvl="3" algn="ctr">
              <a:lnSpc>
                <a:spcPct val="100000"/>
              </a:lnSpc>
              <a:spcBef>
                <a:spcPts val="0"/>
              </a:spcBef>
              <a:spcAft>
                <a:spcPts val="0"/>
              </a:spcAft>
              <a:buSzPts val="18880"/>
              <a:buNone/>
              <a:defRPr sz="18880"/>
            </a:lvl4pPr>
            <a:lvl5pPr lvl="4" algn="ctr">
              <a:lnSpc>
                <a:spcPct val="100000"/>
              </a:lnSpc>
              <a:spcBef>
                <a:spcPts val="0"/>
              </a:spcBef>
              <a:spcAft>
                <a:spcPts val="0"/>
              </a:spcAft>
              <a:buSzPts val="18880"/>
              <a:buNone/>
              <a:defRPr sz="18880"/>
            </a:lvl5pPr>
            <a:lvl6pPr lvl="5" algn="ctr">
              <a:lnSpc>
                <a:spcPct val="100000"/>
              </a:lnSpc>
              <a:spcBef>
                <a:spcPts val="0"/>
              </a:spcBef>
              <a:spcAft>
                <a:spcPts val="0"/>
              </a:spcAft>
              <a:buSzPts val="18880"/>
              <a:buNone/>
              <a:defRPr sz="18880"/>
            </a:lvl6pPr>
            <a:lvl7pPr lvl="6" algn="ctr">
              <a:lnSpc>
                <a:spcPct val="100000"/>
              </a:lnSpc>
              <a:spcBef>
                <a:spcPts val="0"/>
              </a:spcBef>
              <a:spcAft>
                <a:spcPts val="0"/>
              </a:spcAft>
              <a:buSzPts val="18880"/>
              <a:buNone/>
              <a:defRPr sz="18880"/>
            </a:lvl7pPr>
            <a:lvl8pPr lvl="7" algn="ctr">
              <a:lnSpc>
                <a:spcPct val="100000"/>
              </a:lnSpc>
              <a:spcBef>
                <a:spcPts val="0"/>
              </a:spcBef>
              <a:spcAft>
                <a:spcPts val="0"/>
              </a:spcAft>
              <a:buSzPts val="18880"/>
              <a:buNone/>
              <a:defRPr sz="18880"/>
            </a:lvl8pPr>
            <a:lvl9pPr lvl="8" algn="ctr">
              <a:lnSpc>
                <a:spcPct val="100000"/>
              </a:lnSpc>
              <a:spcBef>
                <a:spcPts val="0"/>
              </a:spcBef>
              <a:spcAft>
                <a:spcPts val="0"/>
              </a:spcAft>
              <a:buSzPts val="18880"/>
              <a:buNone/>
              <a:defRPr sz="18880"/>
            </a:lvl9pPr>
          </a:lstStyle>
          <a:p/>
        </p:txBody>
      </p:sp>
      <p:sp>
        <p:nvSpPr>
          <p:cNvPr id="17" name="Google Shape;17;p5"/>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6"/>
          <p:cNvSpPr txBox="1"/>
          <p:nvPr>
            <p:ph type="title"/>
          </p:nvPr>
        </p:nvSpPr>
        <p:spPr>
          <a:xfrm>
            <a:off x="1122120" y="3797547"/>
            <a:ext cx="30674100" cy="4887000"/>
          </a:xfrm>
          <a:prstGeom prst="rect">
            <a:avLst/>
          </a:prstGeom>
          <a:noFill/>
          <a:ln>
            <a:noFill/>
          </a:ln>
        </p:spPr>
        <p:txBody>
          <a:bodyPr anchorCtr="0" anchor="t" bIns="479475" lIns="479475" spcFirstLastPara="1" rIns="479475" wrap="square" tIns="479475">
            <a:normAutofit/>
          </a:bodyPr>
          <a:lstStyle>
            <a:lvl1pPr lvl="0" algn="l">
              <a:lnSpc>
                <a:spcPct val="100000"/>
              </a:lnSpc>
              <a:spcBef>
                <a:spcPts val="0"/>
              </a:spcBef>
              <a:spcAft>
                <a:spcPts val="0"/>
              </a:spcAft>
              <a:buSzPts val="14684"/>
              <a:buNone/>
              <a:defRPr sz="14684"/>
            </a:lvl1pPr>
            <a:lvl2pPr lvl="1" algn="l">
              <a:lnSpc>
                <a:spcPct val="100000"/>
              </a:lnSpc>
              <a:spcBef>
                <a:spcPts val="0"/>
              </a:spcBef>
              <a:spcAft>
                <a:spcPts val="0"/>
              </a:spcAft>
              <a:buSzPts val="14684"/>
              <a:buNone/>
              <a:defRPr sz="14684"/>
            </a:lvl2pPr>
            <a:lvl3pPr lvl="2" algn="l">
              <a:lnSpc>
                <a:spcPct val="100000"/>
              </a:lnSpc>
              <a:spcBef>
                <a:spcPts val="0"/>
              </a:spcBef>
              <a:spcAft>
                <a:spcPts val="0"/>
              </a:spcAft>
              <a:buSzPts val="14684"/>
              <a:buNone/>
              <a:defRPr sz="14684"/>
            </a:lvl3pPr>
            <a:lvl4pPr lvl="3" algn="l">
              <a:lnSpc>
                <a:spcPct val="100000"/>
              </a:lnSpc>
              <a:spcBef>
                <a:spcPts val="0"/>
              </a:spcBef>
              <a:spcAft>
                <a:spcPts val="0"/>
              </a:spcAft>
              <a:buSzPts val="14684"/>
              <a:buNone/>
              <a:defRPr sz="14684"/>
            </a:lvl4pPr>
            <a:lvl5pPr lvl="4" algn="l">
              <a:lnSpc>
                <a:spcPct val="100000"/>
              </a:lnSpc>
              <a:spcBef>
                <a:spcPts val="0"/>
              </a:spcBef>
              <a:spcAft>
                <a:spcPts val="0"/>
              </a:spcAft>
              <a:buSzPts val="14684"/>
              <a:buNone/>
              <a:defRPr sz="14684"/>
            </a:lvl5pPr>
            <a:lvl6pPr lvl="5" algn="l">
              <a:lnSpc>
                <a:spcPct val="100000"/>
              </a:lnSpc>
              <a:spcBef>
                <a:spcPts val="0"/>
              </a:spcBef>
              <a:spcAft>
                <a:spcPts val="0"/>
              </a:spcAft>
              <a:buSzPts val="14684"/>
              <a:buNone/>
              <a:defRPr sz="14684"/>
            </a:lvl6pPr>
            <a:lvl7pPr lvl="6" algn="l">
              <a:lnSpc>
                <a:spcPct val="100000"/>
              </a:lnSpc>
              <a:spcBef>
                <a:spcPts val="0"/>
              </a:spcBef>
              <a:spcAft>
                <a:spcPts val="0"/>
              </a:spcAft>
              <a:buSzPts val="14684"/>
              <a:buNone/>
              <a:defRPr sz="14684"/>
            </a:lvl7pPr>
            <a:lvl8pPr lvl="7" algn="l">
              <a:lnSpc>
                <a:spcPct val="100000"/>
              </a:lnSpc>
              <a:spcBef>
                <a:spcPts val="0"/>
              </a:spcBef>
              <a:spcAft>
                <a:spcPts val="0"/>
              </a:spcAft>
              <a:buSzPts val="14684"/>
              <a:buNone/>
              <a:defRPr sz="14684"/>
            </a:lvl8pPr>
            <a:lvl9pPr lvl="8" algn="l">
              <a:lnSpc>
                <a:spcPct val="100000"/>
              </a:lnSpc>
              <a:spcBef>
                <a:spcPts val="0"/>
              </a:spcBef>
              <a:spcAft>
                <a:spcPts val="0"/>
              </a:spcAft>
              <a:buSzPts val="14684"/>
              <a:buNone/>
              <a:defRPr sz="14684"/>
            </a:lvl9pPr>
          </a:lstStyle>
          <a:p/>
        </p:txBody>
      </p:sp>
      <p:sp>
        <p:nvSpPr>
          <p:cNvPr id="20" name="Google Shape;20;p6"/>
          <p:cNvSpPr txBox="1"/>
          <p:nvPr>
            <p:ph idx="1" type="body"/>
          </p:nvPr>
        </p:nvSpPr>
        <p:spPr>
          <a:xfrm>
            <a:off x="1122120" y="9834453"/>
            <a:ext cx="30674100" cy="29153400"/>
          </a:xfrm>
          <a:prstGeom prst="rect">
            <a:avLst/>
          </a:prstGeom>
          <a:noFill/>
          <a:ln>
            <a:noFill/>
          </a:ln>
        </p:spPr>
        <p:txBody>
          <a:bodyPr anchorCtr="0" anchor="t" bIns="479475" lIns="479475" spcFirstLastPara="1" rIns="479475" wrap="square" tIns="479475">
            <a:normAutofit/>
          </a:bodyPr>
          <a:lstStyle>
            <a:lvl1pPr indent="-828040" lvl="0" marL="457200" algn="l">
              <a:lnSpc>
                <a:spcPct val="115000"/>
              </a:lnSpc>
              <a:spcBef>
                <a:spcPts val="0"/>
              </a:spcBef>
              <a:spcAft>
                <a:spcPts val="0"/>
              </a:spcAft>
              <a:buSzPts val="9440"/>
              <a:buChar char="●"/>
              <a:defRPr sz="9440"/>
            </a:lvl1pPr>
            <a:lvl2pPr indent="-694817" lvl="1" marL="914400" algn="l">
              <a:lnSpc>
                <a:spcPct val="115000"/>
              </a:lnSpc>
              <a:spcBef>
                <a:spcPts val="0"/>
              </a:spcBef>
              <a:spcAft>
                <a:spcPts val="0"/>
              </a:spcAft>
              <a:buSzPts val="7342"/>
              <a:buChar char="○"/>
              <a:defRPr sz="7342"/>
            </a:lvl2pPr>
            <a:lvl3pPr indent="-694817" lvl="2" marL="1371600" algn="l">
              <a:lnSpc>
                <a:spcPct val="115000"/>
              </a:lnSpc>
              <a:spcBef>
                <a:spcPts val="0"/>
              </a:spcBef>
              <a:spcAft>
                <a:spcPts val="0"/>
              </a:spcAft>
              <a:buSzPts val="7342"/>
              <a:buChar char="■"/>
              <a:defRPr sz="7342"/>
            </a:lvl3pPr>
            <a:lvl4pPr indent="-694817" lvl="3" marL="1828800" algn="l">
              <a:lnSpc>
                <a:spcPct val="115000"/>
              </a:lnSpc>
              <a:spcBef>
                <a:spcPts val="0"/>
              </a:spcBef>
              <a:spcAft>
                <a:spcPts val="0"/>
              </a:spcAft>
              <a:buSzPts val="7342"/>
              <a:buChar char="●"/>
              <a:defRPr sz="7342"/>
            </a:lvl4pPr>
            <a:lvl5pPr indent="-694817" lvl="4" marL="2286000" algn="l">
              <a:lnSpc>
                <a:spcPct val="115000"/>
              </a:lnSpc>
              <a:spcBef>
                <a:spcPts val="0"/>
              </a:spcBef>
              <a:spcAft>
                <a:spcPts val="0"/>
              </a:spcAft>
              <a:buSzPts val="7342"/>
              <a:buChar char="○"/>
              <a:defRPr sz="7342"/>
            </a:lvl5pPr>
            <a:lvl6pPr indent="-694817" lvl="5" marL="2743200" algn="l">
              <a:lnSpc>
                <a:spcPct val="115000"/>
              </a:lnSpc>
              <a:spcBef>
                <a:spcPts val="0"/>
              </a:spcBef>
              <a:spcAft>
                <a:spcPts val="0"/>
              </a:spcAft>
              <a:buSzPts val="7342"/>
              <a:buChar char="■"/>
              <a:defRPr sz="7342"/>
            </a:lvl6pPr>
            <a:lvl7pPr indent="-694817" lvl="6" marL="3200400" algn="l">
              <a:lnSpc>
                <a:spcPct val="115000"/>
              </a:lnSpc>
              <a:spcBef>
                <a:spcPts val="0"/>
              </a:spcBef>
              <a:spcAft>
                <a:spcPts val="0"/>
              </a:spcAft>
              <a:buSzPts val="7342"/>
              <a:buChar char="●"/>
              <a:defRPr sz="7342"/>
            </a:lvl7pPr>
            <a:lvl8pPr indent="-694817" lvl="7" marL="3657600" algn="l">
              <a:lnSpc>
                <a:spcPct val="115000"/>
              </a:lnSpc>
              <a:spcBef>
                <a:spcPts val="0"/>
              </a:spcBef>
              <a:spcAft>
                <a:spcPts val="0"/>
              </a:spcAft>
              <a:buSzPts val="7342"/>
              <a:buChar char="○"/>
              <a:defRPr sz="7342"/>
            </a:lvl8pPr>
            <a:lvl9pPr indent="-694817" lvl="8" marL="4114800" algn="l">
              <a:lnSpc>
                <a:spcPct val="115000"/>
              </a:lnSpc>
              <a:spcBef>
                <a:spcPts val="0"/>
              </a:spcBef>
              <a:spcAft>
                <a:spcPts val="0"/>
              </a:spcAft>
              <a:buSzPts val="7342"/>
              <a:buChar char="■"/>
              <a:defRPr sz="7342"/>
            </a:lvl9pPr>
          </a:lstStyle>
          <a:p/>
        </p:txBody>
      </p:sp>
      <p:sp>
        <p:nvSpPr>
          <p:cNvPr id="21" name="Google Shape;21;p6"/>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7"/>
          <p:cNvSpPr txBox="1"/>
          <p:nvPr>
            <p:ph type="title"/>
          </p:nvPr>
        </p:nvSpPr>
        <p:spPr>
          <a:xfrm>
            <a:off x="1122120" y="3797547"/>
            <a:ext cx="30674100" cy="4887000"/>
          </a:xfrm>
          <a:prstGeom prst="rect">
            <a:avLst/>
          </a:prstGeom>
          <a:noFill/>
          <a:ln>
            <a:noFill/>
          </a:ln>
        </p:spPr>
        <p:txBody>
          <a:bodyPr anchorCtr="0" anchor="t" bIns="479475" lIns="479475" spcFirstLastPara="1" rIns="479475" wrap="square" tIns="479475">
            <a:normAutofit/>
          </a:bodyPr>
          <a:lstStyle>
            <a:lvl1pPr lvl="0" algn="l">
              <a:lnSpc>
                <a:spcPct val="100000"/>
              </a:lnSpc>
              <a:spcBef>
                <a:spcPts val="0"/>
              </a:spcBef>
              <a:spcAft>
                <a:spcPts val="0"/>
              </a:spcAft>
              <a:buSzPts val="14684"/>
              <a:buNone/>
              <a:defRPr sz="14684"/>
            </a:lvl1pPr>
            <a:lvl2pPr lvl="1" algn="l">
              <a:lnSpc>
                <a:spcPct val="100000"/>
              </a:lnSpc>
              <a:spcBef>
                <a:spcPts val="0"/>
              </a:spcBef>
              <a:spcAft>
                <a:spcPts val="0"/>
              </a:spcAft>
              <a:buSzPts val="14684"/>
              <a:buNone/>
              <a:defRPr sz="14684"/>
            </a:lvl2pPr>
            <a:lvl3pPr lvl="2" algn="l">
              <a:lnSpc>
                <a:spcPct val="100000"/>
              </a:lnSpc>
              <a:spcBef>
                <a:spcPts val="0"/>
              </a:spcBef>
              <a:spcAft>
                <a:spcPts val="0"/>
              </a:spcAft>
              <a:buSzPts val="14684"/>
              <a:buNone/>
              <a:defRPr sz="14684"/>
            </a:lvl3pPr>
            <a:lvl4pPr lvl="3" algn="l">
              <a:lnSpc>
                <a:spcPct val="100000"/>
              </a:lnSpc>
              <a:spcBef>
                <a:spcPts val="0"/>
              </a:spcBef>
              <a:spcAft>
                <a:spcPts val="0"/>
              </a:spcAft>
              <a:buSzPts val="14684"/>
              <a:buNone/>
              <a:defRPr sz="14684"/>
            </a:lvl4pPr>
            <a:lvl5pPr lvl="4" algn="l">
              <a:lnSpc>
                <a:spcPct val="100000"/>
              </a:lnSpc>
              <a:spcBef>
                <a:spcPts val="0"/>
              </a:spcBef>
              <a:spcAft>
                <a:spcPts val="0"/>
              </a:spcAft>
              <a:buSzPts val="14684"/>
              <a:buNone/>
              <a:defRPr sz="14684"/>
            </a:lvl5pPr>
            <a:lvl6pPr lvl="5" algn="l">
              <a:lnSpc>
                <a:spcPct val="100000"/>
              </a:lnSpc>
              <a:spcBef>
                <a:spcPts val="0"/>
              </a:spcBef>
              <a:spcAft>
                <a:spcPts val="0"/>
              </a:spcAft>
              <a:buSzPts val="14684"/>
              <a:buNone/>
              <a:defRPr sz="14684"/>
            </a:lvl6pPr>
            <a:lvl7pPr lvl="6" algn="l">
              <a:lnSpc>
                <a:spcPct val="100000"/>
              </a:lnSpc>
              <a:spcBef>
                <a:spcPts val="0"/>
              </a:spcBef>
              <a:spcAft>
                <a:spcPts val="0"/>
              </a:spcAft>
              <a:buSzPts val="14684"/>
              <a:buNone/>
              <a:defRPr sz="14684"/>
            </a:lvl7pPr>
            <a:lvl8pPr lvl="7" algn="l">
              <a:lnSpc>
                <a:spcPct val="100000"/>
              </a:lnSpc>
              <a:spcBef>
                <a:spcPts val="0"/>
              </a:spcBef>
              <a:spcAft>
                <a:spcPts val="0"/>
              </a:spcAft>
              <a:buSzPts val="14684"/>
              <a:buNone/>
              <a:defRPr sz="14684"/>
            </a:lvl8pPr>
            <a:lvl9pPr lvl="8" algn="l">
              <a:lnSpc>
                <a:spcPct val="100000"/>
              </a:lnSpc>
              <a:spcBef>
                <a:spcPts val="0"/>
              </a:spcBef>
              <a:spcAft>
                <a:spcPts val="0"/>
              </a:spcAft>
              <a:buSzPts val="14684"/>
              <a:buNone/>
              <a:defRPr sz="14684"/>
            </a:lvl9pPr>
          </a:lstStyle>
          <a:p/>
        </p:txBody>
      </p:sp>
      <p:sp>
        <p:nvSpPr>
          <p:cNvPr id="24" name="Google Shape;24;p7"/>
          <p:cNvSpPr txBox="1"/>
          <p:nvPr>
            <p:ph idx="1" type="body"/>
          </p:nvPr>
        </p:nvSpPr>
        <p:spPr>
          <a:xfrm>
            <a:off x="1122120" y="9834453"/>
            <a:ext cx="14399700" cy="29153400"/>
          </a:xfrm>
          <a:prstGeom prst="rect">
            <a:avLst/>
          </a:prstGeom>
          <a:noFill/>
          <a:ln>
            <a:noFill/>
          </a:ln>
        </p:spPr>
        <p:txBody>
          <a:bodyPr anchorCtr="0" anchor="t" bIns="479475" lIns="479475" spcFirstLastPara="1" rIns="479475" wrap="square" tIns="479475">
            <a:normAutofit/>
          </a:bodyPr>
          <a:lstStyle>
            <a:lvl1pPr indent="-694817" lvl="0" marL="457200" algn="l">
              <a:lnSpc>
                <a:spcPct val="115000"/>
              </a:lnSpc>
              <a:spcBef>
                <a:spcPts val="0"/>
              </a:spcBef>
              <a:spcAft>
                <a:spcPts val="0"/>
              </a:spcAft>
              <a:buSzPts val="7342"/>
              <a:buChar char="●"/>
              <a:defRPr sz="7342"/>
            </a:lvl1pPr>
            <a:lvl2pPr indent="-628206" lvl="1" marL="914400" algn="l">
              <a:lnSpc>
                <a:spcPct val="115000"/>
              </a:lnSpc>
              <a:spcBef>
                <a:spcPts val="0"/>
              </a:spcBef>
              <a:spcAft>
                <a:spcPts val="0"/>
              </a:spcAft>
              <a:buSzPts val="6293"/>
              <a:buChar char="○"/>
              <a:defRPr sz="6293"/>
            </a:lvl2pPr>
            <a:lvl3pPr indent="-628206" lvl="2" marL="1371600" algn="l">
              <a:lnSpc>
                <a:spcPct val="115000"/>
              </a:lnSpc>
              <a:spcBef>
                <a:spcPts val="0"/>
              </a:spcBef>
              <a:spcAft>
                <a:spcPts val="0"/>
              </a:spcAft>
              <a:buSzPts val="6293"/>
              <a:buChar char="■"/>
              <a:defRPr sz="6293"/>
            </a:lvl3pPr>
            <a:lvl4pPr indent="-628205" lvl="3" marL="1828800" algn="l">
              <a:lnSpc>
                <a:spcPct val="115000"/>
              </a:lnSpc>
              <a:spcBef>
                <a:spcPts val="0"/>
              </a:spcBef>
              <a:spcAft>
                <a:spcPts val="0"/>
              </a:spcAft>
              <a:buSzPts val="6293"/>
              <a:buChar char="●"/>
              <a:defRPr sz="6293"/>
            </a:lvl4pPr>
            <a:lvl5pPr indent="-628205" lvl="4" marL="2286000" algn="l">
              <a:lnSpc>
                <a:spcPct val="115000"/>
              </a:lnSpc>
              <a:spcBef>
                <a:spcPts val="0"/>
              </a:spcBef>
              <a:spcAft>
                <a:spcPts val="0"/>
              </a:spcAft>
              <a:buSzPts val="6293"/>
              <a:buChar char="○"/>
              <a:defRPr sz="6293"/>
            </a:lvl5pPr>
            <a:lvl6pPr indent="-628205" lvl="5" marL="2743200" algn="l">
              <a:lnSpc>
                <a:spcPct val="115000"/>
              </a:lnSpc>
              <a:spcBef>
                <a:spcPts val="0"/>
              </a:spcBef>
              <a:spcAft>
                <a:spcPts val="0"/>
              </a:spcAft>
              <a:buSzPts val="6293"/>
              <a:buChar char="■"/>
              <a:defRPr sz="6293"/>
            </a:lvl6pPr>
            <a:lvl7pPr indent="-628205" lvl="6" marL="3200400" algn="l">
              <a:lnSpc>
                <a:spcPct val="115000"/>
              </a:lnSpc>
              <a:spcBef>
                <a:spcPts val="0"/>
              </a:spcBef>
              <a:spcAft>
                <a:spcPts val="0"/>
              </a:spcAft>
              <a:buSzPts val="6293"/>
              <a:buChar char="●"/>
              <a:defRPr sz="6293"/>
            </a:lvl7pPr>
            <a:lvl8pPr indent="-628205" lvl="7" marL="3657600" algn="l">
              <a:lnSpc>
                <a:spcPct val="115000"/>
              </a:lnSpc>
              <a:spcBef>
                <a:spcPts val="0"/>
              </a:spcBef>
              <a:spcAft>
                <a:spcPts val="0"/>
              </a:spcAft>
              <a:buSzPts val="6293"/>
              <a:buChar char="○"/>
              <a:defRPr sz="6293"/>
            </a:lvl8pPr>
            <a:lvl9pPr indent="-628205" lvl="8" marL="4114800" algn="l">
              <a:lnSpc>
                <a:spcPct val="115000"/>
              </a:lnSpc>
              <a:spcBef>
                <a:spcPts val="0"/>
              </a:spcBef>
              <a:spcAft>
                <a:spcPts val="0"/>
              </a:spcAft>
              <a:buSzPts val="6293"/>
              <a:buChar char="■"/>
              <a:defRPr sz="6293"/>
            </a:lvl9pPr>
          </a:lstStyle>
          <a:p/>
        </p:txBody>
      </p:sp>
      <p:sp>
        <p:nvSpPr>
          <p:cNvPr id="25" name="Google Shape;25;p7"/>
          <p:cNvSpPr txBox="1"/>
          <p:nvPr>
            <p:ph idx="2" type="body"/>
          </p:nvPr>
        </p:nvSpPr>
        <p:spPr>
          <a:xfrm>
            <a:off x="17396640" y="9834453"/>
            <a:ext cx="14399700" cy="29153400"/>
          </a:xfrm>
          <a:prstGeom prst="rect">
            <a:avLst/>
          </a:prstGeom>
          <a:noFill/>
          <a:ln>
            <a:noFill/>
          </a:ln>
        </p:spPr>
        <p:txBody>
          <a:bodyPr anchorCtr="0" anchor="t" bIns="479475" lIns="479475" spcFirstLastPara="1" rIns="479475" wrap="square" tIns="479475">
            <a:normAutofit/>
          </a:bodyPr>
          <a:lstStyle>
            <a:lvl1pPr indent="-694817" lvl="0" marL="457200" algn="l">
              <a:lnSpc>
                <a:spcPct val="115000"/>
              </a:lnSpc>
              <a:spcBef>
                <a:spcPts val="0"/>
              </a:spcBef>
              <a:spcAft>
                <a:spcPts val="0"/>
              </a:spcAft>
              <a:buSzPts val="7342"/>
              <a:buChar char="●"/>
              <a:defRPr sz="7342"/>
            </a:lvl1pPr>
            <a:lvl2pPr indent="-628206" lvl="1" marL="914400" algn="l">
              <a:lnSpc>
                <a:spcPct val="115000"/>
              </a:lnSpc>
              <a:spcBef>
                <a:spcPts val="0"/>
              </a:spcBef>
              <a:spcAft>
                <a:spcPts val="0"/>
              </a:spcAft>
              <a:buSzPts val="6293"/>
              <a:buChar char="○"/>
              <a:defRPr sz="6293"/>
            </a:lvl2pPr>
            <a:lvl3pPr indent="-628206" lvl="2" marL="1371600" algn="l">
              <a:lnSpc>
                <a:spcPct val="115000"/>
              </a:lnSpc>
              <a:spcBef>
                <a:spcPts val="0"/>
              </a:spcBef>
              <a:spcAft>
                <a:spcPts val="0"/>
              </a:spcAft>
              <a:buSzPts val="6293"/>
              <a:buChar char="■"/>
              <a:defRPr sz="6293"/>
            </a:lvl3pPr>
            <a:lvl4pPr indent="-628205" lvl="3" marL="1828800" algn="l">
              <a:lnSpc>
                <a:spcPct val="115000"/>
              </a:lnSpc>
              <a:spcBef>
                <a:spcPts val="0"/>
              </a:spcBef>
              <a:spcAft>
                <a:spcPts val="0"/>
              </a:spcAft>
              <a:buSzPts val="6293"/>
              <a:buChar char="●"/>
              <a:defRPr sz="6293"/>
            </a:lvl4pPr>
            <a:lvl5pPr indent="-628205" lvl="4" marL="2286000" algn="l">
              <a:lnSpc>
                <a:spcPct val="115000"/>
              </a:lnSpc>
              <a:spcBef>
                <a:spcPts val="0"/>
              </a:spcBef>
              <a:spcAft>
                <a:spcPts val="0"/>
              </a:spcAft>
              <a:buSzPts val="6293"/>
              <a:buChar char="○"/>
              <a:defRPr sz="6293"/>
            </a:lvl5pPr>
            <a:lvl6pPr indent="-628205" lvl="5" marL="2743200" algn="l">
              <a:lnSpc>
                <a:spcPct val="115000"/>
              </a:lnSpc>
              <a:spcBef>
                <a:spcPts val="0"/>
              </a:spcBef>
              <a:spcAft>
                <a:spcPts val="0"/>
              </a:spcAft>
              <a:buSzPts val="6293"/>
              <a:buChar char="■"/>
              <a:defRPr sz="6293"/>
            </a:lvl6pPr>
            <a:lvl7pPr indent="-628205" lvl="6" marL="3200400" algn="l">
              <a:lnSpc>
                <a:spcPct val="115000"/>
              </a:lnSpc>
              <a:spcBef>
                <a:spcPts val="0"/>
              </a:spcBef>
              <a:spcAft>
                <a:spcPts val="0"/>
              </a:spcAft>
              <a:buSzPts val="6293"/>
              <a:buChar char="●"/>
              <a:defRPr sz="6293"/>
            </a:lvl7pPr>
            <a:lvl8pPr indent="-628205" lvl="7" marL="3657600" algn="l">
              <a:lnSpc>
                <a:spcPct val="115000"/>
              </a:lnSpc>
              <a:spcBef>
                <a:spcPts val="0"/>
              </a:spcBef>
              <a:spcAft>
                <a:spcPts val="0"/>
              </a:spcAft>
              <a:buSzPts val="6293"/>
              <a:buChar char="○"/>
              <a:defRPr sz="6293"/>
            </a:lvl8pPr>
            <a:lvl9pPr indent="-628205" lvl="8" marL="4114800" algn="l">
              <a:lnSpc>
                <a:spcPct val="115000"/>
              </a:lnSpc>
              <a:spcBef>
                <a:spcPts val="0"/>
              </a:spcBef>
              <a:spcAft>
                <a:spcPts val="0"/>
              </a:spcAft>
              <a:buSzPts val="6293"/>
              <a:buChar char="■"/>
              <a:defRPr sz="6293"/>
            </a:lvl9pPr>
          </a:lstStyle>
          <a:p/>
        </p:txBody>
      </p:sp>
      <p:sp>
        <p:nvSpPr>
          <p:cNvPr id="26" name="Google Shape;26;p7"/>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8"/>
          <p:cNvSpPr txBox="1"/>
          <p:nvPr>
            <p:ph type="title"/>
          </p:nvPr>
        </p:nvSpPr>
        <p:spPr>
          <a:xfrm>
            <a:off x="1122120" y="3797547"/>
            <a:ext cx="30674100" cy="4887000"/>
          </a:xfrm>
          <a:prstGeom prst="rect">
            <a:avLst/>
          </a:prstGeom>
          <a:noFill/>
          <a:ln>
            <a:noFill/>
          </a:ln>
        </p:spPr>
        <p:txBody>
          <a:bodyPr anchorCtr="0" anchor="t" bIns="479475" lIns="479475" spcFirstLastPara="1" rIns="479475" wrap="square" tIns="479475">
            <a:normAutofit/>
          </a:bodyPr>
          <a:lstStyle>
            <a:lvl1pPr lvl="0" algn="l">
              <a:lnSpc>
                <a:spcPct val="100000"/>
              </a:lnSpc>
              <a:spcBef>
                <a:spcPts val="0"/>
              </a:spcBef>
              <a:spcAft>
                <a:spcPts val="0"/>
              </a:spcAft>
              <a:buSzPts val="14684"/>
              <a:buNone/>
              <a:defRPr sz="14684"/>
            </a:lvl1pPr>
            <a:lvl2pPr lvl="1" algn="l">
              <a:lnSpc>
                <a:spcPct val="100000"/>
              </a:lnSpc>
              <a:spcBef>
                <a:spcPts val="0"/>
              </a:spcBef>
              <a:spcAft>
                <a:spcPts val="0"/>
              </a:spcAft>
              <a:buSzPts val="14684"/>
              <a:buNone/>
              <a:defRPr sz="14684"/>
            </a:lvl2pPr>
            <a:lvl3pPr lvl="2" algn="l">
              <a:lnSpc>
                <a:spcPct val="100000"/>
              </a:lnSpc>
              <a:spcBef>
                <a:spcPts val="0"/>
              </a:spcBef>
              <a:spcAft>
                <a:spcPts val="0"/>
              </a:spcAft>
              <a:buSzPts val="14684"/>
              <a:buNone/>
              <a:defRPr sz="14684"/>
            </a:lvl3pPr>
            <a:lvl4pPr lvl="3" algn="l">
              <a:lnSpc>
                <a:spcPct val="100000"/>
              </a:lnSpc>
              <a:spcBef>
                <a:spcPts val="0"/>
              </a:spcBef>
              <a:spcAft>
                <a:spcPts val="0"/>
              </a:spcAft>
              <a:buSzPts val="14684"/>
              <a:buNone/>
              <a:defRPr sz="14684"/>
            </a:lvl4pPr>
            <a:lvl5pPr lvl="4" algn="l">
              <a:lnSpc>
                <a:spcPct val="100000"/>
              </a:lnSpc>
              <a:spcBef>
                <a:spcPts val="0"/>
              </a:spcBef>
              <a:spcAft>
                <a:spcPts val="0"/>
              </a:spcAft>
              <a:buSzPts val="14684"/>
              <a:buNone/>
              <a:defRPr sz="14684"/>
            </a:lvl5pPr>
            <a:lvl6pPr lvl="5" algn="l">
              <a:lnSpc>
                <a:spcPct val="100000"/>
              </a:lnSpc>
              <a:spcBef>
                <a:spcPts val="0"/>
              </a:spcBef>
              <a:spcAft>
                <a:spcPts val="0"/>
              </a:spcAft>
              <a:buSzPts val="14684"/>
              <a:buNone/>
              <a:defRPr sz="14684"/>
            </a:lvl6pPr>
            <a:lvl7pPr lvl="6" algn="l">
              <a:lnSpc>
                <a:spcPct val="100000"/>
              </a:lnSpc>
              <a:spcBef>
                <a:spcPts val="0"/>
              </a:spcBef>
              <a:spcAft>
                <a:spcPts val="0"/>
              </a:spcAft>
              <a:buSzPts val="14684"/>
              <a:buNone/>
              <a:defRPr sz="14684"/>
            </a:lvl7pPr>
            <a:lvl8pPr lvl="7" algn="l">
              <a:lnSpc>
                <a:spcPct val="100000"/>
              </a:lnSpc>
              <a:spcBef>
                <a:spcPts val="0"/>
              </a:spcBef>
              <a:spcAft>
                <a:spcPts val="0"/>
              </a:spcAft>
              <a:buSzPts val="14684"/>
              <a:buNone/>
              <a:defRPr sz="14684"/>
            </a:lvl8pPr>
            <a:lvl9pPr lvl="8" algn="l">
              <a:lnSpc>
                <a:spcPct val="100000"/>
              </a:lnSpc>
              <a:spcBef>
                <a:spcPts val="0"/>
              </a:spcBef>
              <a:spcAft>
                <a:spcPts val="0"/>
              </a:spcAft>
              <a:buSzPts val="14684"/>
              <a:buNone/>
              <a:defRPr sz="14684"/>
            </a:lvl9pPr>
          </a:lstStyle>
          <a:p/>
        </p:txBody>
      </p:sp>
      <p:sp>
        <p:nvSpPr>
          <p:cNvPr id="29" name="Google Shape;29;p8"/>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9"/>
          <p:cNvSpPr txBox="1"/>
          <p:nvPr>
            <p:ph type="title"/>
          </p:nvPr>
        </p:nvSpPr>
        <p:spPr>
          <a:xfrm>
            <a:off x="1122120" y="4741120"/>
            <a:ext cx="10108800" cy="6448500"/>
          </a:xfrm>
          <a:prstGeom prst="rect">
            <a:avLst/>
          </a:prstGeom>
          <a:noFill/>
          <a:ln>
            <a:noFill/>
          </a:ln>
        </p:spPr>
        <p:txBody>
          <a:bodyPr anchorCtr="0" anchor="b" bIns="479475" lIns="479475" spcFirstLastPara="1" rIns="479475" wrap="square" tIns="479475">
            <a:normAutofit/>
          </a:bodyPr>
          <a:lstStyle>
            <a:lvl1pPr lvl="0" algn="l">
              <a:lnSpc>
                <a:spcPct val="100000"/>
              </a:lnSpc>
              <a:spcBef>
                <a:spcPts val="0"/>
              </a:spcBef>
              <a:spcAft>
                <a:spcPts val="0"/>
              </a:spcAft>
              <a:buSzPts val="12587"/>
              <a:buNone/>
              <a:defRPr sz="12587"/>
            </a:lvl1pPr>
            <a:lvl2pPr lvl="1" algn="l">
              <a:lnSpc>
                <a:spcPct val="100000"/>
              </a:lnSpc>
              <a:spcBef>
                <a:spcPts val="0"/>
              </a:spcBef>
              <a:spcAft>
                <a:spcPts val="0"/>
              </a:spcAft>
              <a:buSzPts val="12587"/>
              <a:buNone/>
              <a:defRPr sz="12587"/>
            </a:lvl2pPr>
            <a:lvl3pPr lvl="2" algn="l">
              <a:lnSpc>
                <a:spcPct val="100000"/>
              </a:lnSpc>
              <a:spcBef>
                <a:spcPts val="0"/>
              </a:spcBef>
              <a:spcAft>
                <a:spcPts val="0"/>
              </a:spcAft>
              <a:buSzPts val="12587"/>
              <a:buNone/>
              <a:defRPr sz="12587"/>
            </a:lvl3pPr>
            <a:lvl4pPr lvl="3" algn="l">
              <a:lnSpc>
                <a:spcPct val="100000"/>
              </a:lnSpc>
              <a:spcBef>
                <a:spcPts val="0"/>
              </a:spcBef>
              <a:spcAft>
                <a:spcPts val="0"/>
              </a:spcAft>
              <a:buSzPts val="12587"/>
              <a:buNone/>
              <a:defRPr sz="12587"/>
            </a:lvl4pPr>
            <a:lvl5pPr lvl="4" algn="l">
              <a:lnSpc>
                <a:spcPct val="100000"/>
              </a:lnSpc>
              <a:spcBef>
                <a:spcPts val="0"/>
              </a:spcBef>
              <a:spcAft>
                <a:spcPts val="0"/>
              </a:spcAft>
              <a:buSzPts val="12587"/>
              <a:buNone/>
              <a:defRPr sz="12587"/>
            </a:lvl5pPr>
            <a:lvl6pPr lvl="5" algn="l">
              <a:lnSpc>
                <a:spcPct val="100000"/>
              </a:lnSpc>
              <a:spcBef>
                <a:spcPts val="0"/>
              </a:spcBef>
              <a:spcAft>
                <a:spcPts val="0"/>
              </a:spcAft>
              <a:buSzPts val="12587"/>
              <a:buNone/>
              <a:defRPr sz="12587"/>
            </a:lvl6pPr>
            <a:lvl7pPr lvl="6" algn="l">
              <a:lnSpc>
                <a:spcPct val="100000"/>
              </a:lnSpc>
              <a:spcBef>
                <a:spcPts val="0"/>
              </a:spcBef>
              <a:spcAft>
                <a:spcPts val="0"/>
              </a:spcAft>
              <a:buSzPts val="12587"/>
              <a:buNone/>
              <a:defRPr sz="12587"/>
            </a:lvl7pPr>
            <a:lvl8pPr lvl="7" algn="l">
              <a:lnSpc>
                <a:spcPct val="100000"/>
              </a:lnSpc>
              <a:spcBef>
                <a:spcPts val="0"/>
              </a:spcBef>
              <a:spcAft>
                <a:spcPts val="0"/>
              </a:spcAft>
              <a:buSzPts val="12587"/>
              <a:buNone/>
              <a:defRPr sz="12587"/>
            </a:lvl8pPr>
            <a:lvl9pPr lvl="8" algn="l">
              <a:lnSpc>
                <a:spcPct val="100000"/>
              </a:lnSpc>
              <a:spcBef>
                <a:spcPts val="0"/>
              </a:spcBef>
              <a:spcAft>
                <a:spcPts val="0"/>
              </a:spcAft>
              <a:buSzPts val="12587"/>
              <a:buNone/>
              <a:defRPr sz="12587"/>
            </a:lvl9pPr>
          </a:lstStyle>
          <a:p/>
        </p:txBody>
      </p:sp>
      <p:sp>
        <p:nvSpPr>
          <p:cNvPr id="32" name="Google Shape;32;p9"/>
          <p:cNvSpPr txBox="1"/>
          <p:nvPr>
            <p:ph idx="1" type="body"/>
          </p:nvPr>
        </p:nvSpPr>
        <p:spPr>
          <a:xfrm>
            <a:off x="1122120" y="11857920"/>
            <a:ext cx="10108800" cy="27130800"/>
          </a:xfrm>
          <a:prstGeom prst="rect">
            <a:avLst/>
          </a:prstGeom>
          <a:noFill/>
          <a:ln>
            <a:noFill/>
          </a:ln>
        </p:spPr>
        <p:txBody>
          <a:bodyPr anchorCtr="0" anchor="t" bIns="479475" lIns="479475" spcFirstLastPara="1" rIns="479475" wrap="square" tIns="479475">
            <a:normAutofit/>
          </a:bodyPr>
          <a:lstStyle>
            <a:lvl1pPr indent="-628206" lvl="0" marL="457200" algn="l">
              <a:lnSpc>
                <a:spcPct val="115000"/>
              </a:lnSpc>
              <a:spcBef>
                <a:spcPts val="0"/>
              </a:spcBef>
              <a:spcAft>
                <a:spcPts val="0"/>
              </a:spcAft>
              <a:buSzPts val="6293"/>
              <a:buChar char="●"/>
              <a:defRPr sz="6293"/>
            </a:lvl1pPr>
            <a:lvl2pPr indent="-628206" lvl="1" marL="914400" algn="l">
              <a:lnSpc>
                <a:spcPct val="115000"/>
              </a:lnSpc>
              <a:spcBef>
                <a:spcPts val="0"/>
              </a:spcBef>
              <a:spcAft>
                <a:spcPts val="0"/>
              </a:spcAft>
              <a:buSzPts val="6293"/>
              <a:buChar char="○"/>
              <a:defRPr sz="6293"/>
            </a:lvl2pPr>
            <a:lvl3pPr indent="-628206" lvl="2" marL="1371600" algn="l">
              <a:lnSpc>
                <a:spcPct val="115000"/>
              </a:lnSpc>
              <a:spcBef>
                <a:spcPts val="0"/>
              </a:spcBef>
              <a:spcAft>
                <a:spcPts val="0"/>
              </a:spcAft>
              <a:buSzPts val="6293"/>
              <a:buChar char="■"/>
              <a:defRPr sz="6293"/>
            </a:lvl3pPr>
            <a:lvl4pPr indent="-628205" lvl="3" marL="1828800" algn="l">
              <a:lnSpc>
                <a:spcPct val="115000"/>
              </a:lnSpc>
              <a:spcBef>
                <a:spcPts val="0"/>
              </a:spcBef>
              <a:spcAft>
                <a:spcPts val="0"/>
              </a:spcAft>
              <a:buSzPts val="6293"/>
              <a:buChar char="●"/>
              <a:defRPr sz="6293"/>
            </a:lvl4pPr>
            <a:lvl5pPr indent="-628205" lvl="4" marL="2286000" algn="l">
              <a:lnSpc>
                <a:spcPct val="115000"/>
              </a:lnSpc>
              <a:spcBef>
                <a:spcPts val="0"/>
              </a:spcBef>
              <a:spcAft>
                <a:spcPts val="0"/>
              </a:spcAft>
              <a:buSzPts val="6293"/>
              <a:buChar char="○"/>
              <a:defRPr sz="6293"/>
            </a:lvl5pPr>
            <a:lvl6pPr indent="-628205" lvl="5" marL="2743200" algn="l">
              <a:lnSpc>
                <a:spcPct val="115000"/>
              </a:lnSpc>
              <a:spcBef>
                <a:spcPts val="0"/>
              </a:spcBef>
              <a:spcAft>
                <a:spcPts val="0"/>
              </a:spcAft>
              <a:buSzPts val="6293"/>
              <a:buChar char="■"/>
              <a:defRPr sz="6293"/>
            </a:lvl6pPr>
            <a:lvl7pPr indent="-628205" lvl="6" marL="3200400" algn="l">
              <a:lnSpc>
                <a:spcPct val="115000"/>
              </a:lnSpc>
              <a:spcBef>
                <a:spcPts val="0"/>
              </a:spcBef>
              <a:spcAft>
                <a:spcPts val="0"/>
              </a:spcAft>
              <a:buSzPts val="6293"/>
              <a:buChar char="●"/>
              <a:defRPr sz="6293"/>
            </a:lvl7pPr>
            <a:lvl8pPr indent="-628205" lvl="7" marL="3657600" algn="l">
              <a:lnSpc>
                <a:spcPct val="115000"/>
              </a:lnSpc>
              <a:spcBef>
                <a:spcPts val="0"/>
              </a:spcBef>
              <a:spcAft>
                <a:spcPts val="0"/>
              </a:spcAft>
              <a:buSzPts val="6293"/>
              <a:buChar char="○"/>
              <a:defRPr sz="6293"/>
            </a:lvl8pPr>
            <a:lvl9pPr indent="-628205" lvl="8" marL="4114800" algn="l">
              <a:lnSpc>
                <a:spcPct val="115000"/>
              </a:lnSpc>
              <a:spcBef>
                <a:spcPts val="0"/>
              </a:spcBef>
              <a:spcAft>
                <a:spcPts val="0"/>
              </a:spcAft>
              <a:buSzPts val="6293"/>
              <a:buChar char="■"/>
              <a:defRPr sz="6293"/>
            </a:lvl9pPr>
          </a:lstStyle>
          <a:p/>
        </p:txBody>
      </p:sp>
      <p:sp>
        <p:nvSpPr>
          <p:cNvPr id="33" name="Google Shape;33;p9"/>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0"/>
          <p:cNvSpPr txBox="1"/>
          <p:nvPr>
            <p:ph type="title"/>
          </p:nvPr>
        </p:nvSpPr>
        <p:spPr>
          <a:xfrm>
            <a:off x="1764900" y="3841280"/>
            <a:ext cx="22924200" cy="34908300"/>
          </a:xfrm>
          <a:prstGeom prst="rect">
            <a:avLst/>
          </a:prstGeom>
          <a:noFill/>
          <a:ln>
            <a:noFill/>
          </a:ln>
        </p:spPr>
        <p:txBody>
          <a:bodyPr anchorCtr="0" anchor="ctr" bIns="479475" lIns="479475" spcFirstLastPara="1" rIns="479475" wrap="square" tIns="479475">
            <a:normAutofit/>
          </a:bodyPr>
          <a:lstStyle>
            <a:lvl1pPr lvl="0" algn="l">
              <a:lnSpc>
                <a:spcPct val="100000"/>
              </a:lnSpc>
              <a:spcBef>
                <a:spcPts val="0"/>
              </a:spcBef>
              <a:spcAft>
                <a:spcPts val="0"/>
              </a:spcAft>
              <a:buSzPts val="25173"/>
              <a:buNone/>
              <a:defRPr sz="25173"/>
            </a:lvl1pPr>
            <a:lvl2pPr lvl="1" algn="l">
              <a:lnSpc>
                <a:spcPct val="100000"/>
              </a:lnSpc>
              <a:spcBef>
                <a:spcPts val="0"/>
              </a:spcBef>
              <a:spcAft>
                <a:spcPts val="0"/>
              </a:spcAft>
              <a:buSzPts val="25173"/>
              <a:buNone/>
              <a:defRPr sz="25173"/>
            </a:lvl2pPr>
            <a:lvl3pPr lvl="2" algn="l">
              <a:lnSpc>
                <a:spcPct val="100000"/>
              </a:lnSpc>
              <a:spcBef>
                <a:spcPts val="0"/>
              </a:spcBef>
              <a:spcAft>
                <a:spcPts val="0"/>
              </a:spcAft>
              <a:buSzPts val="25173"/>
              <a:buNone/>
              <a:defRPr sz="25173"/>
            </a:lvl3pPr>
            <a:lvl4pPr lvl="3" algn="l">
              <a:lnSpc>
                <a:spcPct val="100000"/>
              </a:lnSpc>
              <a:spcBef>
                <a:spcPts val="0"/>
              </a:spcBef>
              <a:spcAft>
                <a:spcPts val="0"/>
              </a:spcAft>
              <a:buSzPts val="25173"/>
              <a:buNone/>
              <a:defRPr sz="25173"/>
            </a:lvl4pPr>
            <a:lvl5pPr lvl="4" algn="l">
              <a:lnSpc>
                <a:spcPct val="100000"/>
              </a:lnSpc>
              <a:spcBef>
                <a:spcPts val="0"/>
              </a:spcBef>
              <a:spcAft>
                <a:spcPts val="0"/>
              </a:spcAft>
              <a:buSzPts val="25173"/>
              <a:buNone/>
              <a:defRPr sz="25173"/>
            </a:lvl5pPr>
            <a:lvl6pPr lvl="5" algn="l">
              <a:lnSpc>
                <a:spcPct val="100000"/>
              </a:lnSpc>
              <a:spcBef>
                <a:spcPts val="0"/>
              </a:spcBef>
              <a:spcAft>
                <a:spcPts val="0"/>
              </a:spcAft>
              <a:buSzPts val="25173"/>
              <a:buNone/>
              <a:defRPr sz="25173"/>
            </a:lvl6pPr>
            <a:lvl7pPr lvl="6" algn="l">
              <a:lnSpc>
                <a:spcPct val="100000"/>
              </a:lnSpc>
              <a:spcBef>
                <a:spcPts val="0"/>
              </a:spcBef>
              <a:spcAft>
                <a:spcPts val="0"/>
              </a:spcAft>
              <a:buSzPts val="25173"/>
              <a:buNone/>
              <a:defRPr sz="25173"/>
            </a:lvl7pPr>
            <a:lvl8pPr lvl="7" algn="l">
              <a:lnSpc>
                <a:spcPct val="100000"/>
              </a:lnSpc>
              <a:spcBef>
                <a:spcPts val="0"/>
              </a:spcBef>
              <a:spcAft>
                <a:spcPts val="0"/>
              </a:spcAft>
              <a:buSzPts val="25173"/>
              <a:buNone/>
              <a:defRPr sz="25173"/>
            </a:lvl8pPr>
            <a:lvl9pPr lvl="8" algn="l">
              <a:lnSpc>
                <a:spcPct val="100000"/>
              </a:lnSpc>
              <a:spcBef>
                <a:spcPts val="0"/>
              </a:spcBef>
              <a:spcAft>
                <a:spcPts val="0"/>
              </a:spcAft>
              <a:buSzPts val="25173"/>
              <a:buNone/>
              <a:defRPr sz="25173"/>
            </a:lvl9pPr>
          </a:lstStyle>
          <a:p/>
        </p:txBody>
      </p:sp>
      <p:sp>
        <p:nvSpPr>
          <p:cNvPr id="36" name="Google Shape;36;p10"/>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1"/>
          <p:cNvSpPr/>
          <p:nvPr/>
        </p:nvSpPr>
        <p:spPr>
          <a:xfrm>
            <a:off x="16459200" y="-1067"/>
            <a:ext cx="16459200" cy="43891200"/>
          </a:xfrm>
          <a:prstGeom prst="rect">
            <a:avLst/>
          </a:prstGeom>
          <a:solidFill>
            <a:schemeClr val="lt2"/>
          </a:solidFill>
          <a:ln>
            <a:noFill/>
          </a:ln>
        </p:spPr>
        <p:txBody>
          <a:bodyPr anchorCtr="0" anchor="ctr" bIns="479475" lIns="479475" spcFirstLastPara="1" rIns="479475" wrap="square" tIns="4794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1"/>
          <p:cNvSpPr txBox="1"/>
          <p:nvPr>
            <p:ph type="title"/>
          </p:nvPr>
        </p:nvSpPr>
        <p:spPr>
          <a:xfrm>
            <a:off x="955800" y="10523093"/>
            <a:ext cx="14562600" cy="12648900"/>
          </a:xfrm>
          <a:prstGeom prst="rect">
            <a:avLst/>
          </a:prstGeom>
          <a:noFill/>
          <a:ln>
            <a:noFill/>
          </a:ln>
        </p:spPr>
        <p:txBody>
          <a:bodyPr anchorCtr="0" anchor="b" bIns="479475" lIns="479475" spcFirstLastPara="1" rIns="479475" wrap="square" tIns="479475">
            <a:normAutofit/>
          </a:bodyPr>
          <a:lstStyle>
            <a:lvl1pPr lvl="0" algn="ctr">
              <a:lnSpc>
                <a:spcPct val="100000"/>
              </a:lnSpc>
              <a:spcBef>
                <a:spcPts val="0"/>
              </a:spcBef>
              <a:spcAft>
                <a:spcPts val="0"/>
              </a:spcAft>
              <a:buSzPts val="22027"/>
              <a:buNone/>
              <a:defRPr sz="22027"/>
            </a:lvl1pPr>
            <a:lvl2pPr lvl="1" algn="ctr">
              <a:lnSpc>
                <a:spcPct val="100000"/>
              </a:lnSpc>
              <a:spcBef>
                <a:spcPts val="0"/>
              </a:spcBef>
              <a:spcAft>
                <a:spcPts val="0"/>
              </a:spcAft>
              <a:buSzPts val="22027"/>
              <a:buNone/>
              <a:defRPr sz="22027"/>
            </a:lvl2pPr>
            <a:lvl3pPr lvl="2" algn="ctr">
              <a:lnSpc>
                <a:spcPct val="100000"/>
              </a:lnSpc>
              <a:spcBef>
                <a:spcPts val="0"/>
              </a:spcBef>
              <a:spcAft>
                <a:spcPts val="0"/>
              </a:spcAft>
              <a:buSzPts val="22027"/>
              <a:buNone/>
              <a:defRPr sz="22027"/>
            </a:lvl3pPr>
            <a:lvl4pPr lvl="3" algn="ctr">
              <a:lnSpc>
                <a:spcPct val="100000"/>
              </a:lnSpc>
              <a:spcBef>
                <a:spcPts val="0"/>
              </a:spcBef>
              <a:spcAft>
                <a:spcPts val="0"/>
              </a:spcAft>
              <a:buSzPts val="22027"/>
              <a:buNone/>
              <a:defRPr sz="22027"/>
            </a:lvl4pPr>
            <a:lvl5pPr lvl="4" algn="ctr">
              <a:lnSpc>
                <a:spcPct val="100000"/>
              </a:lnSpc>
              <a:spcBef>
                <a:spcPts val="0"/>
              </a:spcBef>
              <a:spcAft>
                <a:spcPts val="0"/>
              </a:spcAft>
              <a:buSzPts val="22027"/>
              <a:buNone/>
              <a:defRPr sz="22027"/>
            </a:lvl5pPr>
            <a:lvl6pPr lvl="5" algn="ctr">
              <a:lnSpc>
                <a:spcPct val="100000"/>
              </a:lnSpc>
              <a:spcBef>
                <a:spcPts val="0"/>
              </a:spcBef>
              <a:spcAft>
                <a:spcPts val="0"/>
              </a:spcAft>
              <a:buSzPts val="22027"/>
              <a:buNone/>
              <a:defRPr sz="22027"/>
            </a:lvl6pPr>
            <a:lvl7pPr lvl="6" algn="ctr">
              <a:lnSpc>
                <a:spcPct val="100000"/>
              </a:lnSpc>
              <a:spcBef>
                <a:spcPts val="0"/>
              </a:spcBef>
              <a:spcAft>
                <a:spcPts val="0"/>
              </a:spcAft>
              <a:buSzPts val="22027"/>
              <a:buNone/>
              <a:defRPr sz="22027"/>
            </a:lvl7pPr>
            <a:lvl8pPr lvl="7" algn="ctr">
              <a:lnSpc>
                <a:spcPct val="100000"/>
              </a:lnSpc>
              <a:spcBef>
                <a:spcPts val="0"/>
              </a:spcBef>
              <a:spcAft>
                <a:spcPts val="0"/>
              </a:spcAft>
              <a:buSzPts val="22027"/>
              <a:buNone/>
              <a:defRPr sz="22027"/>
            </a:lvl8pPr>
            <a:lvl9pPr lvl="8" algn="ctr">
              <a:lnSpc>
                <a:spcPct val="100000"/>
              </a:lnSpc>
              <a:spcBef>
                <a:spcPts val="0"/>
              </a:spcBef>
              <a:spcAft>
                <a:spcPts val="0"/>
              </a:spcAft>
              <a:buSzPts val="22027"/>
              <a:buNone/>
              <a:defRPr sz="22027"/>
            </a:lvl9pPr>
          </a:lstStyle>
          <a:p/>
        </p:txBody>
      </p:sp>
      <p:sp>
        <p:nvSpPr>
          <p:cNvPr id="40" name="Google Shape;40;p11"/>
          <p:cNvSpPr txBox="1"/>
          <p:nvPr>
            <p:ph idx="1" type="subTitle"/>
          </p:nvPr>
        </p:nvSpPr>
        <p:spPr>
          <a:xfrm>
            <a:off x="955800" y="23919573"/>
            <a:ext cx="14562600" cy="10539600"/>
          </a:xfrm>
          <a:prstGeom prst="rect">
            <a:avLst/>
          </a:prstGeom>
          <a:noFill/>
          <a:ln>
            <a:noFill/>
          </a:ln>
        </p:spPr>
        <p:txBody>
          <a:bodyPr anchorCtr="0" anchor="t" bIns="479475" lIns="479475" spcFirstLastPara="1" rIns="479475" wrap="square" tIns="479475">
            <a:normAutofit/>
          </a:bodyPr>
          <a:lstStyle>
            <a:lvl1pPr lvl="0" algn="ctr">
              <a:lnSpc>
                <a:spcPct val="100000"/>
              </a:lnSpc>
              <a:spcBef>
                <a:spcPts val="0"/>
              </a:spcBef>
              <a:spcAft>
                <a:spcPts val="0"/>
              </a:spcAft>
              <a:buSzPts val="11013"/>
              <a:buNone/>
              <a:defRPr sz="11013"/>
            </a:lvl1pPr>
            <a:lvl2pPr lvl="1" algn="ctr">
              <a:lnSpc>
                <a:spcPct val="100000"/>
              </a:lnSpc>
              <a:spcBef>
                <a:spcPts val="0"/>
              </a:spcBef>
              <a:spcAft>
                <a:spcPts val="0"/>
              </a:spcAft>
              <a:buSzPts val="11013"/>
              <a:buNone/>
              <a:defRPr sz="11013"/>
            </a:lvl2pPr>
            <a:lvl3pPr lvl="2" algn="ctr">
              <a:lnSpc>
                <a:spcPct val="100000"/>
              </a:lnSpc>
              <a:spcBef>
                <a:spcPts val="0"/>
              </a:spcBef>
              <a:spcAft>
                <a:spcPts val="0"/>
              </a:spcAft>
              <a:buSzPts val="11013"/>
              <a:buNone/>
              <a:defRPr sz="11013"/>
            </a:lvl3pPr>
            <a:lvl4pPr lvl="3" algn="ctr">
              <a:lnSpc>
                <a:spcPct val="100000"/>
              </a:lnSpc>
              <a:spcBef>
                <a:spcPts val="0"/>
              </a:spcBef>
              <a:spcAft>
                <a:spcPts val="0"/>
              </a:spcAft>
              <a:buSzPts val="11013"/>
              <a:buNone/>
              <a:defRPr sz="11013"/>
            </a:lvl4pPr>
            <a:lvl5pPr lvl="4" algn="ctr">
              <a:lnSpc>
                <a:spcPct val="100000"/>
              </a:lnSpc>
              <a:spcBef>
                <a:spcPts val="0"/>
              </a:spcBef>
              <a:spcAft>
                <a:spcPts val="0"/>
              </a:spcAft>
              <a:buSzPts val="11013"/>
              <a:buNone/>
              <a:defRPr sz="11013"/>
            </a:lvl5pPr>
            <a:lvl6pPr lvl="5" algn="ctr">
              <a:lnSpc>
                <a:spcPct val="100000"/>
              </a:lnSpc>
              <a:spcBef>
                <a:spcPts val="0"/>
              </a:spcBef>
              <a:spcAft>
                <a:spcPts val="0"/>
              </a:spcAft>
              <a:buSzPts val="11013"/>
              <a:buNone/>
              <a:defRPr sz="11013"/>
            </a:lvl6pPr>
            <a:lvl7pPr lvl="6" algn="ctr">
              <a:lnSpc>
                <a:spcPct val="100000"/>
              </a:lnSpc>
              <a:spcBef>
                <a:spcPts val="0"/>
              </a:spcBef>
              <a:spcAft>
                <a:spcPts val="0"/>
              </a:spcAft>
              <a:buSzPts val="11013"/>
              <a:buNone/>
              <a:defRPr sz="11013"/>
            </a:lvl7pPr>
            <a:lvl8pPr lvl="7" algn="ctr">
              <a:lnSpc>
                <a:spcPct val="100000"/>
              </a:lnSpc>
              <a:spcBef>
                <a:spcPts val="0"/>
              </a:spcBef>
              <a:spcAft>
                <a:spcPts val="0"/>
              </a:spcAft>
              <a:buSzPts val="11013"/>
              <a:buNone/>
              <a:defRPr sz="11013"/>
            </a:lvl8pPr>
            <a:lvl9pPr lvl="8" algn="ctr">
              <a:lnSpc>
                <a:spcPct val="100000"/>
              </a:lnSpc>
              <a:spcBef>
                <a:spcPts val="0"/>
              </a:spcBef>
              <a:spcAft>
                <a:spcPts val="0"/>
              </a:spcAft>
              <a:buSzPts val="11013"/>
              <a:buNone/>
              <a:defRPr sz="11013"/>
            </a:lvl9pPr>
          </a:lstStyle>
          <a:p/>
        </p:txBody>
      </p:sp>
      <p:sp>
        <p:nvSpPr>
          <p:cNvPr id="41" name="Google Shape;41;p11"/>
          <p:cNvSpPr txBox="1"/>
          <p:nvPr>
            <p:ph idx="2" type="body"/>
          </p:nvPr>
        </p:nvSpPr>
        <p:spPr>
          <a:xfrm>
            <a:off x="17782200" y="6178773"/>
            <a:ext cx="13813200" cy="31531500"/>
          </a:xfrm>
          <a:prstGeom prst="rect">
            <a:avLst/>
          </a:prstGeom>
          <a:noFill/>
          <a:ln>
            <a:noFill/>
          </a:ln>
        </p:spPr>
        <p:txBody>
          <a:bodyPr anchorCtr="0" anchor="ctr" bIns="479475" lIns="479475" spcFirstLastPara="1" rIns="479475" wrap="square" tIns="479475">
            <a:normAutofit/>
          </a:bodyPr>
          <a:lstStyle>
            <a:lvl1pPr indent="-828040" lvl="0" marL="457200" algn="l">
              <a:lnSpc>
                <a:spcPct val="115000"/>
              </a:lnSpc>
              <a:spcBef>
                <a:spcPts val="0"/>
              </a:spcBef>
              <a:spcAft>
                <a:spcPts val="0"/>
              </a:spcAft>
              <a:buSzPts val="9440"/>
              <a:buChar char="●"/>
              <a:defRPr sz="9440"/>
            </a:lvl1pPr>
            <a:lvl2pPr indent="-694817" lvl="1" marL="914400" algn="l">
              <a:lnSpc>
                <a:spcPct val="115000"/>
              </a:lnSpc>
              <a:spcBef>
                <a:spcPts val="0"/>
              </a:spcBef>
              <a:spcAft>
                <a:spcPts val="0"/>
              </a:spcAft>
              <a:buSzPts val="7342"/>
              <a:buChar char="○"/>
              <a:defRPr sz="7342"/>
            </a:lvl2pPr>
            <a:lvl3pPr indent="-694817" lvl="2" marL="1371600" algn="l">
              <a:lnSpc>
                <a:spcPct val="115000"/>
              </a:lnSpc>
              <a:spcBef>
                <a:spcPts val="0"/>
              </a:spcBef>
              <a:spcAft>
                <a:spcPts val="0"/>
              </a:spcAft>
              <a:buSzPts val="7342"/>
              <a:buChar char="■"/>
              <a:defRPr sz="7342"/>
            </a:lvl3pPr>
            <a:lvl4pPr indent="-694817" lvl="3" marL="1828800" algn="l">
              <a:lnSpc>
                <a:spcPct val="115000"/>
              </a:lnSpc>
              <a:spcBef>
                <a:spcPts val="0"/>
              </a:spcBef>
              <a:spcAft>
                <a:spcPts val="0"/>
              </a:spcAft>
              <a:buSzPts val="7342"/>
              <a:buChar char="●"/>
              <a:defRPr sz="7342"/>
            </a:lvl4pPr>
            <a:lvl5pPr indent="-694817" lvl="4" marL="2286000" algn="l">
              <a:lnSpc>
                <a:spcPct val="115000"/>
              </a:lnSpc>
              <a:spcBef>
                <a:spcPts val="0"/>
              </a:spcBef>
              <a:spcAft>
                <a:spcPts val="0"/>
              </a:spcAft>
              <a:buSzPts val="7342"/>
              <a:buChar char="○"/>
              <a:defRPr sz="7342"/>
            </a:lvl5pPr>
            <a:lvl6pPr indent="-694817" lvl="5" marL="2743200" algn="l">
              <a:lnSpc>
                <a:spcPct val="115000"/>
              </a:lnSpc>
              <a:spcBef>
                <a:spcPts val="0"/>
              </a:spcBef>
              <a:spcAft>
                <a:spcPts val="0"/>
              </a:spcAft>
              <a:buSzPts val="7342"/>
              <a:buChar char="■"/>
              <a:defRPr sz="7342"/>
            </a:lvl6pPr>
            <a:lvl7pPr indent="-694817" lvl="6" marL="3200400" algn="l">
              <a:lnSpc>
                <a:spcPct val="115000"/>
              </a:lnSpc>
              <a:spcBef>
                <a:spcPts val="0"/>
              </a:spcBef>
              <a:spcAft>
                <a:spcPts val="0"/>
              </a:spcAft>
              <a:buSzPts val="7342"/>
              <a:buChar char="●"/>
              <a:defRPr sz="7342"/>
            </a:lvl7pPr>
            <a:lvl8pPr indent="-694817" lvl="7" marL="3657600" algn="l">
              <a:lnSpc>
                <a:spcPct val="115000"/>
              </a:lnSpc>
              <a:spcBef>
                <a:spcPts val="0"/>
              </a:spcBef>
              <a:spcAft>
                <a:spcPts val="0"/>
              </a:spcAft>
              <a:buSzPts val="7342"/>
              <a:buChar char="○"/>
              <a:defRPr sz="7342"/>
            </a:lvl8pPr>
            <a:lvl9pPr indent="-694817" lvl="8" marL="4114800" algn="l">
              <a:lnSpc>
                <a:spcPct val="115000"/>
              </a:lnSpc>
              <a:spcBef>
                <a:spcPts val="0"/>
              </a:spcBef>
              <a:spcAft>
                <a:spcPts val="0"/>
              </a:spcAft>
              <a:buSzPts val="7342"/>
              <a:buChar char="■"/>
              <a:defRPr sz="7342"/>
            </a:lvl9pPr>
          </a:lstStyle>
          <a:p/>
        </p:txBody>
      </p:sp>
      <p:sp>
        <p:nvSpPr>
          <p:cNvPr id="42" name="Google Shape;42;p11"/>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2"/>
          <p:cNvSpPr txBox="1"/>
          <p:nvPr>
            <p:ph idx="1" type="body"/>
          </p:nvPr>
        </p:nvSpPr>
        <p:spPr>
          <a:xfrm>
            <a:off x="1122120" y="36100907"/>
            <a:ext cx="21595800" cy="5163600"/>
          </a:xfrm>
          <a:prstGeom prst="rect">
            <a:avLst/>
          </a:prstGeom>
          <a:noFill/>
          <a:ln>
            <a:noFill/>
          </a:ln>
        </p:spPr>
        <p:txBody>
          <a:bodyPr anchorCtr="0" anchor="ctr" bIns="479475" lIns="479475" spcFirstLastPara="1" rIns="479475" wrap="square" tIns="479475">
            <a:normAutofit/>
          </a:bodyPr>
          <a:lstStyle>
            <a:lvl1pPr indent="-228600" lvl="0" marL="457200" algn="l">
              <a:lnSpc>
                <a:spcPct val="100000"/>
              </a:lnSpc>
              <a:spcBef>
                <a:spcPts val="0"/>
              </a:spcBef>
              <a:spcAft>
                <a:spcPts val="0"/>
              </a:spcAft>
              <a:buSzPts val="9440"/>
              <a:buNone/>
              <a:defRPr sz="9440"/>
            </a:lvl1pPr>
          </a:lstStyle>
          <a:p/>
        </p:txBody>
      </p:sp>
      <p:sp>
        <p:nvSpPr>
          <p:cNvPr id="45" name="Google Shape;45;p12"/>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3"/>
          <p:cNvSpPr txBox="1"/>
          <p:nvPr>
            <p:ph hasCustomPrompt="1" type="title"/>
          </p:nvPr>
        </p:nvSpPr>
        <p:spPr>
          <a:xfrm>
            <a:off x="1122120" y="9438933"/>
            <a:ext cx="30674100" cy="16755300"/>
          </a:xfrm>
          <a:prstGeom prst="rect">
            <a:avLst/>
          </a:prstGeom>
          <a:noFill/>
          <a:ln>
            <a:noFill/>
          </a:ln>
        </p:spPr>
        <p:txBody>
          <a:bodyPr anchorCtr="0" anchor="b" bIns="479475" lIns="479475" spcFirstLastPara="1" rIns="479475" wrap="square" tIns="479475">
            <a:normAutofit/>
          </a:bodyPr>
          <a:lstStyle>
            <a:lvl1pPr lvl="0" algn="ctr">
              <a:lnSpc>
                <a:spcPct val="100000"/>
              </a:lnSpc>
              <a:spcBef>
                <a:spcPts val="0"/>
              </a:spcBef>
              <a:spcAft>
                <a:spcPts val="0"/>
              </a:spcAft>
              <a:buSzPts val="62933"/>
              <a:buNone/>
              <a:defRPr sz="62933"/>
            </a:lvl1pPr>
            <a:lvl2pPr lvl="1" algn="ctr">
              <a:lnSpc>
                <a:spcPct val="100000"/>
              </a:lnSpc>
              <a:spcBef>
                <a:spcPts val="0"/>
              </a:spcBef>
              <a:spcAft>
                <a:spcPts val="0"/>
              </a:spcAft>
              <a:buSzPts val="62933"/>
              <a:buNone/>
              <a:defRPr sz="62933"/>
            </a:lvl2pPr>
            <a:lvl3pPr lvl="2" algn="ctr">
              <a:lnSpc>
                <a:spcPct val="100000"/>
              </a:lnSpc>
              <a:spcBef>
                <a:spcPts val="0"/>
              </a:spcBef>
              <a:spcAft>
                <a:spcPts val="0"/>
              </a:spcAft>
              <a:buSzPts val="62933"/>
              <a:buNone/>
              <a:defRPr sz="62933"/>
            </a:lvl3pPr>
            <a:lvl4pPr lvl="3" algn="ctr">
              <a:lnSpc>
                <a:spcPct val="100000"/>
              </a:lnSpc>
              <a:spcBef>
                <a:spcPts val="0"/>
              </a:spcBef>
              <a:spcAft>
                <a:spcPts val="0"/>
              </a:spcAft>
              <a:buSzPts val="62933"/>
              <a:buNone/>
              <a:defRPr sz="62933"/>
            </a:lvl4pPr>
            <a:lvl5pPr lvl="4" algn="ctr">
              <a:lnSpc>
                <a:spcPct val="100000"/>
              </a:lnSpc>
              <a:spcBef>
                <a:spcPts val="0"/>
              </a:spcBef>
              <a:spcAft>
                <a:spcPts val="0"/>
              </a:spcAft>
              <a:buSzPts val="62933"/>
              <a:buNone/>
              <a:defRPr sz="62933"/>
            </a:lvl5pPr>
            <a:lvl6pPr lvl="5" algn="ctr">
              <a:lnSpc>
                <a:spcPct val="100000"/>
              </a:lnSpc>
              <a:spcBef>
                <a:spcPts val="0"/>
              </a:spcBef>
              <a:spcAft>
                <a:spcPts val="0"/>
              </a:spcAft>
              <a:buSzPts val="62933"/>
              <a:buNone/>
              <a:defRPr sz="62933"/>
            </a:lvl6pPr>
            <a:lvl7pPr lvl="6" algn="ctr">
              <a:lnSpc>
                <a:spcPct val="100000"/>
              </a:lnSpc>
              <a:spcBef>
                <a:spcPts val="0"/>
              </a:spcBef>
              <a:spcAft>
                <a:spcPts val="0"/>
              </a:spcAft>
              <a:buSzPts val="62933"/>
              <a:buNone/>
              <a:defRPr sz="62933"/>
            </a:lvl7pPr>
            <a:lvl8pPr lvl="7" algn="ctr">
              <a:lnSpc>
                <a:spcPct val="100000"/>
              </a:lnSpc>
              <a:spcBef>
                <a:spcPts val="0"/>
              </a:spcBef>
              <a:spcAft>
                <a:spcPts val="0"/>
              </a:spcAft>
              <a:buSzPts val="62933"/>
              <a:buNone/>
              <a:defRPr sz="62933"/>
            </a:lvl8pPr>
            <a:lvl9pPr lvl="8" algn="ctr">
              <a:lnSpc>
                <a:spcPct val="100000"/>
              </a:lnSpc>
              <a:spcBef>
                <a:spcPts val="0"/>
              </a:spcBef>
              <a:spcAft>
                <a:spcPts val="0"/>
              </a:spcAft>
              <a:buSzPts val="62933"/>
              <a:buNone/>
              <a:defRPr sz="62933"/>
            </a:lvl9pPr>
          </a:lstStyle>
          <a:p>
            <a:r>
              <a:t>xx%</a:t>
            </a:r>
          </a:p>
        </p:txBody>
      </p:sp>
      <p:sp>
        <p:nvSpPr>
          <p:cNvPr id="48" name="Google Shape;48;p13"/>
          <p:cNvSpPr txBox="1"/>
          <p:nvPr>
            <p:ph idx="1" type="body"/>
          </p:nvPr>
        </p:nvSpPr>
        <p:spPr>
          <a:xfrm>
            <a:off x="1122120" y="26898987"/>
            <a:ext cx="30674100" cy="11100300"/>
          </a:xfrm>
          <a:prstGeom prst="rect">
            <a:avLst/>
          </a:prstGeom>
          <a:noFill/>
          <a:ln>
            <a:noFill/>
          </a:ln>
        </p:spPr>
        <p:txBody>
          <a:bodyPr anchorCtr="0" anchor="t" bIns="479475" lIns="479475" spcFirstLastPara="1" rIns="479475" wrap="square" tIns="479475">
            <a:normAutofit/>
          </a:bodyPr>
          <a:lstStyle>
            <a:lvl1pPr indent="-828040" lvl="0" marL="457200" algn="ctr">
              <a:lnSpc>
                <a:spcPct val="115000"/>
              </a:lnSpc>
              <a:spcBef>
                <a:spcPts val="0"/>
              </a:spcBef>
              <a:spcAft>
                <a:spcPts val="0"/>
              </a:spcAft>
              <a:buSzPts val="9440"/>
              <a:buChar char="●"/>
              <a:defRPr sz="9440"/>
            </a:lvl1pPr>
            <a:lvl2pPr indent="-694817" lvl="1" marL="914400" algn="ctr">
              <a:lnSpc>
                <a:spcPct val="115000"/>
              </a:lnSpc>
              <a:spcBef>
                <a:spcPts val="0"/>
              </a:spcBef>
              <a:spcAft>
                <a:spcPts val="0"/>
              </a:spcAft>
              <a:buSzPts val="7342"/>
              <a:buChar char="○"/>
              <a:defRPr sz="7342"/>
            </a:lvl2pPr>
            <a:lvl3pPr indent="-694817" lvl="2" marL="1371600" algn="ctr">
              <a:lnSpc>
                <a:spcPct val="115000"/>
              </a:lnSpc>
              <a:spcBef>
                <a:spcPts val="0"/>
              </a:spcBef>
              <a:spcAft>
                <a:spcPts val="0"/>
              </a:spcAft>
              <a:buSzPts val="7342"/>
              <a:buChar char="■"/>
              <a:defRPr sz="7342"/>
            </a:lvl3pPr>
            <a:lvl4pPr indent="-694817" lvl="3" marL="1828800" algn="ctr">
              <a:lnSpc>
                <a:spcPct val="115000"/>
              </a:lnSpc>
              <a:spcBef>
                <a:spcPts val="0"/>
              </a:spcBef>
              <a:spcAft>
                <a:spcPts val="0"/>
              </a:spcAft>
              <a:buSzPts val="7342"/>
              <a:buChar char="●"/>
              <a:defRPr sz="7342"/>
            </a:lvl4pPr>
            <a:lvl5pPr indent="-694817" lvl="4" marL="2286000" algn="ctr">
              <a:lnSpc>
                <a:spcPct val="115000"/>
              </a:lnSpc>
              <a:spcBef>
                <a:spcPts val="0"/>
              </a:spcBef>
              <a:spcAft>
                <a:spcPts val="0"/>
              </a:spcAft>
              <a:buSzPts val="7342"/>
              <a:buChar char="○"/>
              <a:defRPr sz="7342"/>
            </a:lvl5pPr>
            <a:lvl6pPr indent="-694817" lvl="5" marL="2743200" algn="ctr">
              <a:lnSpc>
                <a:spcPct val="115000"/>
              </a:lnSpc>
              <a:spcBef>
                <a:spcPts val="0"/>
              </a:spcBef>
              <a:spcAft>
                <a:spcPts val="0"/>
              </a:spcAft>
              <a:buSzPts val="7342"/>
              <a:buChar char="■"/>
              <a:defRPr sz="7342"/>
            </a:lvl6pPr>
            <a:lvl7pPr indent="-694817" lvl="6" marL="3200400" algn="ctr">
              <a:lnSpc>
                <a:spcPct val="115000"/>
              </a:lnSpc>
              <a:spcBef>
                <a:spcPts val="0"/>
              </a:spcBef>
              <a:spcAft>
                <a:spcPts val="0"/>
              </a:spcAft>
              <a:buSzPts val="7342"/>
              <a:buChar char="●"/>
              <a:defRPr sz="7342"/>
            </a:lvl7pPr>
            <a:lvl8pPr indent="-694817" lvl="7" marL="3657600" algn="ctr">
              <a:lnSpc>
                <a:spcPct val="115000"/>
              </a:lnSpc>
              <a:spcBef>
                <a:spcPts val="0"/>
              </a:spcBef>
              <a:spcAft>
                <a:spcPts val="0"/>
              </a:spcAft>
              <a:buSzPts val="7342"/>
              <a:buChar char="○"/>
              <a:defRPr sz="7342"/>
            </a:lvl8pPr>
            <a:lvl9pPr indent="-694817" lvl="8" marL="4114800" algn="ctr">
              <a:lnSpc>
                <a:spcPct val="115000"/>
              </a:lnSpc>
              <a:spcBef>
                <a:spcPts val="0"/>
              </a:spcBef>
              <a:spcAft>
                <a:spcPts val="0"/>
              </a:spcAft>
              <a:buSzPts val="7342"/>
              <a:buChar char="■"/>
              <a:defRPr sz="7342"/>
            </a:lvl9pPr>
          </a:lstStyle>
          <a:p/>
        </p:txBody>
      </p:sp>
      <p:sp>
        <p:nvSpPr>
          <p:cNvPr id="49" name="Google Shape;49;p13"/>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122120" y="3797547"/>
            <a:ext cx="30674100" cy="4887000"/>
          </a:xfrm>
          <a:prstGeom prst="rect">
            <a:avLst/>
          </a:prstGeom>
          <a:noFill/>
          <a:ln>
            <a:noFill/>
          </a:ln>
        </p:spPr>
        <p:txBody>
          <a:bodyPr anchorCtr="0" anchor="t" bIns="479475" lIns="479475" spcFirstLastPara="1" rIns="479475" wrap="square" tIns="479475">
            <a:normAutofit/>
          </a:bodyPr>
          <a:lstStyle>
            <a:lvl1pPr lvl="0"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684"/>
              <a:buFont typeface="Arial"/>
              <a:buNone/>
              <a:defRPr b="0" i="0" sz="14684"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1122120" y="9834453"/>
            <a:ext cx="30674100" cy="29153400"/>
          </a:xfrm>
          <a:prstGeom prst="rect">
            <a:avLst/>
          </a:prstGeom>
          <a:noFill/>
          <a:ln>
            <a:noFill/>
          </a:ln>
        </p:spPr>
        <p:txBody>
          <a:bodyPr anchorCtr="0" anchor="t" bIns="479475" lIns="479475" spcFirstLastPara="1" rIns="479475" wrap="square" tIns="479475">
            <a:normAutofit/>
          </a:bodyPr>
          <a:lstStyle>
            <a:lvl1pPr indent="-828040" lvl="0" marL="457200" marR="0" rtl="0" algn="l">
              <a:lnSpc>
                <a:spcPct val="115000"/>
              </a:lnSpc>
              <a:spcBef>
                <a:spcPts val="0"/>
              </a:spcBef>
              <a:spcAft>
                <a:spcPts val="0"/>
              </a:spcAft>
              <a:buClr>
                <a:schemeClr val="dk2"/>
              </a:buClr>
              <a:buSzPts val="9440"/>
              <a:buFont typeface="Arial"/>
              <a:buChar char="●"/>
              <a:defRPr b="0" i="0" sz="9440" u="none" cap="none" strike="noStrike">
                <a:solidFill>
                  <a:schemeClr val="dk2"/>
                </a:solidFill>
                <a:latin typeface="Arial"/>
                <a:ea typeface="Arial"/>
                <a:cs typeface="Arial"/>
                <a:sym typeface="Arial"/>
              </a:defRPr>
            </a:lvl1pPr>
            <a:lvl2pPr indent="-694817" lvl="1" marL="9144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2pPr>
            <a:lvl3pPr indent="-694817" lvl="2" marL="13716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3pPr>
            <a:lvl4pPr indent="-694817" lvl="3" marL="18288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4pPr>
            <a:lvl5pPr indent="-694817" lvl="4" marL="22860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5pPr>
            <a:lvl6pPr indent="-694817" lvl="5" marL="27432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6pPr>
            <a:lvl7pPr indent="-694817" lvl="6" marL="32004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7pPr>
            <a:lvl8pPr indent="-694817" lvl="7" marL="36576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8pPr>
            <a:lvl9pPr indent="-694817" lvl="8" marL="4114800" marR="0" rtl="0" algn="l">
              <a:lnSpc>
                <a:spcPct val="115000"/>
              </a:lnSpc>
              <a:spcBef>
                <a:spcPts val="0"/>
              </a:spcBef>
              <a:spcAft>
                <a:spcPts val="0"/>
              </a:spcAft>
              <a:buClr>
                <a:schemeClr val="dk2"/>
              </a:buClr>
              <a:buSzPts val="7342"/>
              <a:buFont typeface="Arial"/>
              <a:buChar char="■"/>
              <a:defRPr b="0" i="0" sz="7342"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indent="0" lvl="0"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244"/>
              <a:buFont typeface="Arial"/>
              <a:buNone/>
              <a:defRPr b="0" i="0" sz="52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3.jpg"/><Relationship Id="rId10" Type="http://schemas.openxmlformats.org/officeDocument/2006/relationships/image" Target="../media/image2.png"/><Relationship Id="rId13" Type="http://schemas.openxmlformats.org/officeDocument/2006/relationships/image" Target="../media/image3.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6.png"/><Relationship Id="rId15" Type="http://schemas.openxmlformats.org/officeDocument/2006/relationships/image" Target="../media/image14.png"/><Relationship Id="rId14" Type="http://schemas.openxmlformats.org/officeDocument/2006/relationships/image" Target="../media/image7.png"/><Relationship Id="rId17" Type="http://schemas.openxmlformats.org/officeDocument/2006/relationships/image" Target="../media/image12.png"/><Relationship Id="rId16" Type="http://schemas.openxmlformats.org/officeDocument/2006/relationships/image" Target="../media/image15.jp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0" t="0"/>
          <a:stretch/>
        </p:blipFill>
        <p:spPr>
          <a:xfrm>
            <a:off x="80525" y="20629275"/>
            <a:ext cx="10930376" cy="1047750"/>
          </a:xfrm>
          <a:prstGeom prst="rect">
            <a:avLst/>
          </a:prstGeom>
          <a:noFill/>
          <a:ln>
            <a:noFill/>
          </a:ln>
        </p:spPr>
      </p:pic>
      <p:sp>
        <p:nvSpPr>
          <p:cNvPr id="55" name="Google Shape;55;p1"/>
          <p:cNvSpPr/>
          <p:nvPr/>
        </p:nvSpPr>
        <p:spPr>
          <a:xfrm>
            <a:off x="22288500" y="21069300"/>
            <a:ext cx="10228200" cy="1733700"/>
          </a:xfrm>
          <a:prstGeom prst="roundRect">
            <a:avLst>
              <a:gd fmla="val 16667" name="adj"/>
            </a:avLst>
          </a:prstGeom>
          <a:gradFill>
            <a:gsLst>
              <a:gs pos="0">
                <a:srgbClr val="FFF6DB"/>
              </a:gs>
              <a:gs pos="100000">
                <a:srgbClr val="FAD15C"/>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 name="Google Shape;56;p1"/>
          <p:cNvPicPr preferRelativeResize="0"/>
          <p:nvPr/>
        </p:nvPicPr>
        <p:blipFill rotWithShape="1">
          <a:blip r:embed="rId4">
            <a:alphaModFix/>
          </a:blip>
          <a:srcRect b="0" l="0" r="0" t="0"/>
          <a:stretch/>
        </p:blipFill>
        <p:spPr>
          <a:xfrm>
            <a:off x="152400" y="511125"/>
            <a:ext cx="14211300" cy="1733550"/>
          </a:xfrm>
          <a:prstGeom prst="rect">
            <a:avLst/>
          </a:prstGeom>
          <a:noFill/>
          <a:ln>
            <a:noFill/>
          </a:ln>
        </p:spPr>
      </p:pic>
      <p:sp>
        <p:nvSpPr>
          <p:cNvPr id="57" name="Google Shape;57;p1"/>
          <p:cNvSpPr txBox="1"/>
          <p:nvPr/>
        </p:nvSpPr>
        <p:spPr>
          <a:xfrm>
            <a:off x="133300" y="2995238"/>
            <a:ext cx="35751900" cy="135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700"/>
              <a:buFont typeface="Arial"/>
              <a:buNone/>
            </a:pPr>
            <a:r>
              <a:rPr b="1" i="0" lang="en" sz="6700" u="none" cap="none" strike="noStrike">
                <a:solidFill>
                  <a:srgbClr val="1C4587"/>
                </a:solidFill>
                <a:latin typeface="Arial"/>
                <a:ea typeface="Arial"/>
                <a:cs typeface="Arial"/>
                <a:sym typeface="Arial"/>
              </a:rPr>
              <a:t>Communication-Aware Passive Wi-Fi Sensing Under Dynamic Traffic Conditions</a:t>
            </a:r>
            <a:endParaRPr b="1" i="0" sz="6700" u="none" cap="none" strike="noStrike">
              <a:solidFill>
                <a:srgbClr val="1C4587"/>
              </a:solidFill>
              <a:latin typeface="Arial"/>
              <a:ea typeface="Arial"/>
              <a:cs typeface="Arial"/>
              <a:sym typeface="Arial"/>
            </a:endParaRPr>
          </a:p>
        </p:txBody>
      </p:sp>
      <p:sp>
        <p:nvSpPr>
          <p:cNvPr id="58" name="Google Shape;58;p1"/>
          <p:cNvSpPr txBox="1"/>
          <p:nvPr/>
        </p:nvSpPr>
        <p:spPr>
          <a:xfrm>
            <a:off x="9791700" y="4495800"/>
            <a:ext cx="13982700" cy="609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900"/>
              </a:spcBef>
              <a:spcAft>
                <a:spcPts val="900"/>
              </a:spcAft>
              <a:buClr>
                <a:srgbClr val="000000"/>
              </a:buClr>
              <a:buSzPts val="4000"/>
              <a:buFont typeface="Arial"/>
              <a:buNone/>
            </a:pPr>
            <a:r>
              <a:rPr b="1" i="0" lang="en" sz="4000" u="none" cap="none" strike="noStrike">
                <a:solidFill>
                  <a:schemeClr val="dk1"/>
                </a:solidFill>
                <a:latin typeface="Arial"/>
                <a:ea typeface="Arial"/>
                <a:cs typeface="Arial"/>
                <a:sym typeface="Arial"/>
              </a:rPr>
              <a:t>Emirhan Kir [1], Nafeez Fahad [2], Eyuphan Bulut [2]</a:t>
            </a:r>
            <a:endParaRPr b="1" i="0" sz="4000" u="none" cap="none" strike="noStrike">
              <a:solidFill>
                <a:schemeClr val="dk2"/>
              </a:solidFill>
              <a:latin typeface="Arial"/>
              <a:ea typeface="Arial"/>
              <a:cs typeface="Arial"/>
              <a:sym typeface="Arial"/>
            </a:endParaRPr>
          </a:p>
        </p:txBody>
      </p:sp>
      <p:sp>
        <p:nvSpPr>
          <p:cNvPr id="59" name="Google Shape;59;p1"/>
          <p:cNvSpPr txBox="1"/>
          <p:nvPr/>
        </p:nvSpPr>
        <p:spPr>
          <a:xfrm>
            <a:off x="7791450" y="5287825"/>
            <a:ext cx="17983200" cy="1733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n" sz="4000" u="none" cap="none" strike="noStrike">
                <a:solidFill>
                  <a:schemeClr val="dk1"/>
                </a:solidFill>
                <a:latin typeface="Arial"/>
                <a:ea typeface="Arial"/>
                <a:cs typeface="Arial"/>
                <a:sym typeface="Arial"/>
              </a:rPr>
              <a:t>[1] Rowan University, Glassboro NJ</a:t>
            </a:r>
            <a:endParaRPr b="1" i="0" sz="40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1" i="0" lang="en" sz="4000" u="none" cap="none" strike="noStrike">
                <a:solidFill>
                  <a:schemeClr val="dk1"/>
                </a:solidFill>
                <a:latin typeface="Arial"/>
                <a:ea typeface="Arial"/>
                <a:cs typeface="Arial"/>
                <a:sym typeface="Arial"/>
              </a:rPr>
              <a:t>[2] Virginia Commonwealth University, </a:t>
            </a:r>
            <a:r>
              <a:rPr b="1" lang="en" sz="4000">
                <a:solidFill>
                  <a:schemeClr val="dk1"/>
                </a:solidFill>
              </a:rPr>
              <a:t>Richmond VA</a:t>
            </a:r>
            <a:endParaRPr b="1"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440"/>
              <a:buFont typeface="Arial"/>
              <a:buNone/>
            </a:pPr>
            <a:r>
              <a:t/>
            </a:r>
            <a:endParaRPr b="0" i="0" sz="9440" u="none" cap="none" strike="noStrike">
              <a:solidFill>
                <a:schemeClr val="dk2"/>
              </a:solidFill>
              <a:latin typeface="Arial"/>
              <a:ea typeface="Arial"/>
              <a:cs typeface="Arial"/>
              <a:sym typeface="Arial"/>
            </a:endParaRPr>
          </a:p>
        </p:txBody>
      </p:sp>
      <p:pic>
        <p:nvPicPr>
          <p:cNvPr id="60" name="Google Shape;60;p1"/>
          <p:cNvPicPr preferRelativeResize="0"/>
          <p:nvPr/>
        </p:nvPicPr>
        <p:blipFill rotWithShape="1">
          <a:blip r:embed="rId3">
            <a:alphaModFix/>
          </a:blip>
          <a:srcRect b="0" l="0" r="0" t="0"/>
          <a:stretch/>
        </p:blipFill>
        <p:spPr>
          <a:xfrm>
            <a:off x="152400" y="7715250"/>
            <a:ext cx="10858501" cy="1047750"/>
          </a:xfrm>
          <a:prstGeom prst="rect">
            <a:avLst/>
          </a:prstGeom>
          <a:noFill/>
          <a:ln>
            <a:noFill/>
          </a:ln>
        </p:spPr>
      </p:pic>
      <p:pic>
        <p:nvPicPr>
          <p:cNvPr id="61" name="Google Shape;61;p1"/>
          <p:cNvPicPr preferRelativeResize="0"/>
          <p:nvPr/>
        </p:nvPicPr>
        <p:blipFill rotWithShape="1">
          <a:blip r:embed="rId3">
            <a:alphaModFix/>
          </a:blip>
          <a:srcRect b="0" l="0" r="0" t="0"/>
          <a:stretch/>
        </p:blipFill>
        <p:spPr>
          <a:xfrm>
            <a:off x="22296000" y="7715325"/>
            <a:ext cx="10407598" cy="1047750"/>
          </a:xfrm>
          <a:prstGeom prst="rect">
            <a:avLst/>
          </a:prstGeom>
          <a:noFill/>
          <a:ln>
            <a:noFill/>
          </a:ln>
        </p:spPr>
      </p:pic>
      <p:sp>
        <p:nvSpPr>
          <p:cNvPr id="62" name="Google Shape;62;p1"/>
          <p:cNvSpPr txBox="1"/>
          <p:nvPr/>
        </p:nvSpPr>
        <p:spPr>
          <a:xfrm>
            <a:off x="152400" y="7715250"/>
            <a:ext cx="10858500" cy="8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Introduction</a:t>
            </a:r>
            <a:endParaRPr b="1" i="0" sz="6000" u="none" cap="none" strike="noStrike">
              <a:solidFill>
                <a:schemeClr val="lt1"/>
              </a:solidFill>
              <a:latin typeface="Arial"/>
              <a:ea typeface="Arial"/>
              <a:cs typeface="Arial"/>
              <a:sym typeface="Arial"/>
            </a:endParaRPr>
          </a:p>
        </p:txBody>
      </p:sp>
      <p:sp>
        <p:nvSpPr>
          <p:cNvPr id="63" name="Google Shape;63;p1"/>
          <p:cNvSpPr txBox="1"/>
          <p:nvPr/>
        </p:nvSpPr>
        <p:spPr>
          <a:xfrm>
            <a:off x="171450" y="9001125"/>
            <a:ext cx="10820400" cy="988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600"/>
              <a:buFont typeface="Arial"/>
              <a:buNone/>
            </a:pPr>
            <a:r>
              <a:rPr b="0" i="0" lang="en" sz="3000" u="none" cap="none" strike="noStrike">
                <a:solidFill>
                  <a:schemeClr val="dk1"/>
                </a:solidFill>
                <a:latin typeface="Arial"/>
                <a:ea typeface="Arial"/>
                <a:cs typeface="Arial"/>
                <a:sym typeface="Arial"/>
              </a:rPr>
              <a:t>Passive Wi-Fi sensing is an emerging approach for inferring human activity from ambient Channel State Information (CSI), using existing Wi-Fi infrastructure without any dedicated sensors. While prior work has shown this is feasible in controlled settings, real world environments involve constantly shifting background network traffic that can distort CSI signals in ways largely unstudied.</a:t>
            </a:r>
            <a:endParaRPr b="0" i="0" sz="3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 sz="3000" u="none" cap="none" strike="noStrike">
                <a:solidFill>
                  <a:schemeClr val="dk1"/>
                </a:solidFill>
                <a:latin typeface="Arial"/>
                <a:ea typeface="Arial"/>
                <a:cs typeface="Arial"/>
                <a:sym typeface="Arial"/>
              </a:rPr>
              <a:t>Motivation:</a:t>
            </a:r>
            <a:endParaRPr b="1"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Passive sensing depends entirely on ambient signals it cannot control, unlike active sensing setups</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Background traffic such as streaming, downloads, and uploads is present in nearly every real deployment</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No prior work has systematically measured how traffic type affects sensing accuracy</a:t>
            </a:r>
            <a:endParaRPr b="0" i="0" sz="3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 sz="3000" u="none" cap="none" strike="noStrike">
                <a:solidFill>
                  <a:schemeClr val="dk1"/>
                </a:solidFill>
                <a:latin typeface="Arial"/>
                <a:ea typeface="Arial"/>
                <a:cs typeface="Arial"/>
                <a:sym typeface="Arial"/>
              </a:rPr>
              <a:t>Contributions:</a:t>
            </a:r>
            <a:endParaRPr b="1"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Systematic study of how traffic type (streaming, download, upload) impacts passive Wi-Fi sensing accuracy</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Evaluation across multiple traffic conditions using a passive CSI sniffer to detect suspicious activities</a:t>
            </a:r>
            <a:endParaRPr b="0" i="0" sz="3000" u="none" cap="none" strike="noStrike">
              <a:solidFill>
                <a:schemeClr val="dk2"/>
              </a:solidFill>
              <a:latin typeface="Arial"/>
              <a:ea typeface="Arial"/>
              <a:cs typeface="Arial"/>
              <a:sym typeface="Arial"/>
            </a:endParaRPr>
          </a:p>
        </p:txBody>
      </p:sp>
      <p:sp>
        <p:nvSpPr>
          <p:cNvPr id="64" name="Google Shape;64;p1"/>
          <p:cNvSpPr txBox="1"/>
          <p:nvPr/>
        </p:nvSpPr>
        <p:spPr>
          <a:xfrm>
            <a:off x="133300" y="20629200"/>
            <a:ext cx="10858500" cy="104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Experimental Setup</a:t>
            </a:r>
            <a:endParaRPr b="1" i="0" sz="6000" u="none" cap="none" strike="noStrike">
              <a:solidFill>
                <a:schemeClr val="lt1"/>
              </a:solidFill>
              <a:latin typeface="Arial"/>
              <a:ea typeface="Arial"/>
              <a:cs typeface="Arial"/>
              <a:sym typeface="Arial"/>
            </a:endParaRPr>
          </a:p>
        </p:txBody>
      </p:sp>
      <p:sp>
        <p:nvSpPr>
          <p:cNvPr id="65" name="Google Shape;65;p1"/>
          <p:cNvSpPr txBox="1"/>
          <p:nvPr/>
        </p:nvSpPr>
        <p:spPr>
          <a:xfrm>
            <a:off x="205175" y="21945600"/>
            <a:ext cx="10571100" cy="447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2400" u="none" cap="none" strike="noStrike">
                <a:solidFill>
                  <a:schemeClr val="dk1"/>
                </a:solidFill>
                <a:latin typeface="Arial"/>
                <a:ea typeface="Arial"/>
                <a:cs typeface="Arial"/>
                <a:sym typeface="Arial"/>
              </a:rPr>
              <a:t>Hardware:</a:t>
            </a:r>
            <a:endParaRPr b="1"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ESP32 microcontroller running ESP32 CSI Tool in passive sniffer mode</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Router configured to generate controlled background traffic conditions</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 sz="2400" u="none" cap="none" strike="noStrike">
                <a:solidFill>
                  <a:schemeClr val="dk1"/>
                </a:solidFill>
                <a:latin typeface="Arial"/>
                <a:ea typeface="Arial"/>
                <a:cs typeface="Arial"/>
                <a:sym typeface="Arial"/>
              </a:rPr>
              <a:t>Traffic conditions tested:</a:t>
            </a:r>
            <a:endParaRPr b="1"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Mixed background traffic (browse, upload, download, streaming, idle) during all passive captures</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Router-generated via scripted scenario generator</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440"/>
              <a:buFont typeface="Arial"/>
              <a:buNone/>
            </a:pPr>
            <a:r>
              <a:t/>
            </a:r>
            <a:endParaRPr b="0" i="0" sz="9440" u="none" cap="none" strike="noStrike">
              <a:solidFill>
                <a:schemeClr val="dk2"/>
              </a:solidFill>
              <a:latin typeface="Arial"/>
              <a:ea typeface="Arial"/>
              <a:cs typeface="Arial"/>
              <a:sym typeface="Arial"/>
            </a:endParaRPr>
          </a:p>
        </p:txBody>
      </p:sp>
      <p:sp>
        <p:nvSpPr>
          <p:cNvPr id="66" name="Google Shape;66;p1"/>
          <p:cNvSpPr txBox="1"/>
          <p:nvPr/>
        </p:nvSpPr>
        <p:spPr>
          <a:xfrm>
            <a:off x="22019125" y="7801038"/>
            <a:ext cx="10820400" cy="8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600" u="none" cap="none" strike="noStrike">
                <a:solidFill>
                  <a:schemeClr val="lt1"/>
                </a:solidFill>
                <a:latin typeface="Arial"/>
                <a:ea typeface="Arial"/>
                <a:cs typeface="Arial"/>
                <a:sym typeface="Arial"/>
              </a:rPr>
              <a:t>Suspicious Behaviour Detection</a:t>
            </a:r>
            <a:endParaRPr b="1" i="0" sz="4600" u="none" cap="none" strike="noStrike">
              <a:solidFill>
                <a:schemeClr val="lt1"/>
              </a:solidFill>
              <a:latin typeface="Arial"/>
              <a:ea typeface="Arial"/>
              <a:cs typeface="Arial"/>
              <a:sym typeface="Arial"/>
            </a:endParaRPr>
          </a:p>
        </p:txBody>
      </p:sp>
      <p:pic>
        <p:nvPicPr>
          <p:cNvPr id="67" name="Google Shape;67;p1" title="Screenshot 2026-07-09 at 3.44.18 PM.png"/>
          <p:cNvPicPr preferRelativeResize="0"/>
          <p:nvPr/>
        </p:nvPicPr>
        <p:blipFill rotWithShape="1">
          <a:blip r:embed="rId5">
            <a:alphaModFix/>
          </a:blip>
          <a:srcRect b="0" l="6863" r="5031" t="0"/>
          <a:stretch/>
        </p:blipFill>
        <p:spPr>
          <a:xfrm>
            <a:off x="22255100" y="9025963"/>
            <a:ext cx="10571099" cy="8084736"/>
          </a:xfrm>
          <a:prstGeom prst="rect">
            <a:avLst/>
          </a:prstGeom>
          <a:noFill/>
          <a:ln>
            <a:noFill/>
          </a:ln>
        </p:spPr>
      </p:pic>
      <p:pic>
        <p:nvPicPr>
          <p:cNvPr id="68" name="Google Shape;68;p1"/>
          <p:cNvPicPr preferRelativeResize="0"/>
          <p:nvPr/>
        </p:nvPicPr>
        <p:blipFill rotWithShape="1">
          <a:blip r:embed="rId3">
            <a:alphaModFix/>
          </a:blip>
          <a:srcRect b="0" l="0" r="0" t="0"/>
          <a:stretch/>
        </p:blipFill>
        <p:spPr>
          <a:xfrm>
            <a:off x="42425" y="30796975"/>
            <a:ext cx="10858501" cy="1047750"/>
          </a:xfrm>
          <a:prstGeom prst="rect">
            <a:avLst/>
          </a:prstGeom>
          <a:noFill/>
          <a:ln>
            <a:noFill/>
          </a:ln>
        </p:spPr>
      </p:pic>
      <p:sp>
        <p:nvSpPr>
          <p:cNvPr id="69" name="Google Shape;69;p1"/>
          <p:cNvSpPr txBox="1"/>
          <p:nvPr/>
        </p:nvSpPr>
        <p:spPr>
          <a:xfrm>
            <a:off x="80525" y="30796975"/>
            <a:ext cx="10820400" cy="8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Sensing Pipeline</a:t>
            </a:r>
            <a:endParaRPr b="1" i="0" sz="6000" u="none" cap="none" strike="noStrike">
              <a:solidFill>
                <a:schemeClr val="lt1"/>
              </a:solidFill>
              <a:latin typeface="Arial"/>
              <a:ea typeface="Arial"/>
              <a:cs typeface="Arial"/>
              <a:sym typeface="Arial"/>
            </a:endParaRPr>
          </a:p>
        </p:txBody>
      </p:sp>
      <p:pic>
        <p:nvPicPr>
          <p:cNvPr id="70" name="Google Shape;70;p1"/>
          <p:cNvPicPr preferRelativeResize="0"/>
          <p:nvPr/>
        </p:nvPicPr>
        <p:blipFill rotWithShape="1">
          <a:blip r:embed="rId6">
            <a:alphaModFix/>
          </a:blip>
          <a:srcRect b="0" l="0" r="0" t="0"/>
          <a:stretch/>
        </p:blipFill>
        <p:spPr>
          <a:xfrm flipH="1">
            <a:off x="11182350" y="7715250"/>
            <a:ext cx="247273" cy="36175949"/>
          </a:xfrm>
          <a:prstGeom prst="rect">
            <a:avLst/>
          </a:prstGeom>
          <a:noFill/>
          <a:ln>
            <a:noFill/>
          </a:ln>
        </p:spPr>
      </p:pic>
      <p:pic>
        <p:nvPicPr>
          <p:cNvPr id="71" name="Google Shape;71;p1"/>
          <p:cNvPicPr preferRelativeResize="0"/>
          <p:nvPr/>
        </p:nvPicPr>
        <p:blipFill rotWithShape="1">
          <a:blip r:embed="rId7">
            <a:alphaModFix/>
          </a:blip>
          <a:srcRect b="0" l="32457" r="36460" t="0"/>
          <a:stretch/>
        </p:blipFill>
        <p:spPr>
          <a:xfrm>
            <a:off x="-636725" y="32623350"/>
            <a:ext cx="5448301" cy="10467750"/>
          </a:xfrm>
          <a:prstGeom prst="rect">
            <a:avLst/>
          </a:prstGeom>
          <a:noFill/>
          <a:ln>
            <a:noFill/>
          </a:ln>
        </p:spPr>
      </p:pic>
      <p:pic>
        <p:nvPicPr>
          <p:cNvPr id="72" name="Google Shape;72;p1"/>
          <p:cNvPicPr preferRelativeResize="0"/>
          <p:nvPr/>
        </p:nvPicPr>
        <p:blipFill rotWithShape="1">
          <a:blip r:embed="rId8">
            <a:alphaModFix/>
          </a:blip>
          <a:srcRect b="9091" l="34496" r="34421" t="0"/>
          <a:stretch/>
        </p:blipFill>
        <p:spPr>
          <a:xfrm>
            <a:off x="5401200" y="32540800"/>
            <a:ext cx="5448326" cy="10550300"/>
          </a:xfrm>
          <a:prstGeom prst="rect">
            <a:avLst/>
          </a:prstGeom>
          <a:noFill/>
          <a:ln>
            <a:noFill/>
          </a:ln>
        </p:spPr>
      </p:pic>
      <p:pic>
        <p:nvPicPr>
          <p:cNvPr id="73" name="Google Shape;73;p1"/>
          <p:cNvPicPr preferRelativeResize="0"/>
          <p:nvPr/>
        </p:nvPicPr>
        <p:blipFill rotWithShape="1">
          <a:blip r:embed="rId3">
            <a:alphaModFix/>
          </a:blip>
          <a:srcRect b="0" l="0" r="0" t="0"/>
          <a:stretch/>
        </p:blipFill>
        <p:spPr>
          <a:xfrm>
            <a:off x="11520526" y="7715250"/>
            <a:ext cx="10407701" cy="1047750"/>
          </a:xfrm>
          <a:prstGeom prst="rect">
            <a:avLst/>
          </a:prstGeom>
          <a:noFill/>
          <a:ln>
            <a:noFill/>
          </a:ln>
        </p:spPr>
      </p:pic>
      <p:sp>
        <p:nvSpPr>
          <p:cNvPr id="74" name="Google Shape;74;p1"/>
          <p:cNvSpPr txBox="1"/>
          <p:nvPr/>
        </p:nvSpPr>
        <p:spPr>
          <a:xfrm>
            <a:off x="11520525" y="7715250"/>
            <a:ext cx="10407600" cy="104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Activities to Recognize</a:t>
            </a:r>
            <a:endParaRPr b="1" i="0" sz="6000" u="none" cap="none" strike="noStrike">
              <a:solidFill>
                <a:schemeClr val="lt1"/>
              </a:solidFill>
              <a:latin typeface="Arial"/>
              <a:ea typeface="Arial"/>
              <a:cs typeface="Arial"/>
              <a:sym typeface="Arial"/>
            </a:endParaRPr>
          </a:p>
        </p:txBody>
      </p:sp>
      <p:pic>
        <p:nvPicPr>
          <p:cNvPr id="75" name="Google Shape;75;p1"/>
          <p:cNvPicPr preferRelativeResize="0"/>
          <p:nvPr/>
        </p:nvPicPr>
        <p:blipFill rotWithShape="1">
          <a:blip r:embed="rId3">
            <a:alphaModFix/>
          </a:blip>
          <a:srcRect b="0" l="0" r="0" t="0"/>
          <a:stretch/>
        </p:blipFill>
        <p:spPr>
          <a:xfrm>
            <a:off x="11520526" y="25241250"/>
            <a:ext cx="10407701" cy="1047750"/>
          </a:xfrm>
          <a:prstGeom prst="rect">
            <a:avLst/>
          </a:prstGeom>
          <a:noFill/>
          <a:ln>
            <a:noFill/>
          </a:ln>
        </p:spPr>
      </p:pic>
      <p:sp>
        <p:nvSpPr>
          <p:cNvPr id="76" name="Google Shape;76;p1"/>
          <p:cNvSpPr txBox="1"/>
          <p:nvPr/>
        </p:nvSpPr>
        <p:spPr>
          <a:xfrm>
            <a:off x="11520850" y="25307725"/>
            <a:ext cx="10407600" cy="104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5000" u="none" cap="none" strike="noStrike">
                <a:solidFill>
                  <a:schemeClr val="lt1"/>
                </a:solidFill>
                <a:latin typeface="Arial"/>
                <a:ea typeface="Arial"/>
                <a:cs typeface="Arial"/>
                <a:sym typeface="Arial"/>
              </a:rPr>
              <a:t>Traffic-Aware CSI Signal</a:t>
            </a:r>
            <a:endParaRPr b="1" i="0" sz="5000" u="none" cap="none" strike="noStrike">
              <a:solidFill>
                <a:schemeClr val="lt1"/>
              </a:solidFill>
              <a:latin typeface="Arial"/>
              <a:ea typeface="Arial"/>
              <a:cs typeface="Arial"/>
              <a:sym typeface="Arial"/>
            </a:endParaRPr>
          </a:p>
        </p:txBody>
      </p:sp>
      <p:pic>
        <p:nvPicPr>
          <p:cNvPr id="77" name="Google Shape;77;p1"/>
          <p:cNvPicPr preferRelativeResize="0"/>
          <p:nvPr/>
        </p:nvPicPr>
        <p:blipFill rotWithShape="1">
          <a:blip r:embed="rId3">
            <a:alphaModFix/>
          </a:blip>
          <a:srcRect b="0" l="0" r="0" t="0"/>
          <a:stretch/>
        </p:blipFill>
        <p:spPr>
          <a:xfrm>
            <a:off x="22270219" y="17983275"/>
            <a:ext cx="10407700" cy="1047750"/>
          </a:xfrm>
          <a:prstGeom prst="rect">
            <a:avLst/>
          </a:prstGeom>
          <a:noFill/>
          <a:ln>
            <a:noFill/>
          </a:ln>
        </p:spPr>
      </p:pic>
      <p:sp>
        <p:nvSpPr>
          <p:cNvPr id="78" name="Google Shape;78;p1"/>
          <p:cNvSpPr txBox="1"/>
          <p:nvPr/>
        </p:nvSpPr>
        <p:spPr>
          <a:xfrm>
            <a:off x="22192050" y="17983200"/>
            <a:ext cx="10407600" cy="104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Key Findings</a:t>
            </a:r>
            <a:endParaRPr b="1" i="0" sz="6000" u="none" cap="none" strike="noStrike">
              <a:solidFill>
                <a:schemeClr val="lt1"/>
              </a:solidFill>
              <a:latin typeface="Arial"/>
              <a:ea typeface="Arial"/>
              <a:cs typeface="Arial"/>
              <a:sym typeface="Arial"/>
            </a:endParaRPr>
          </a:p>
        </p:txBody>
      </p:sp>
      <p:pic>
        <p:nvPicPr>
          <p:cNvPr id="79" name="Google Shape;79;p1"/>
          <p:cNvPicPr preferRelativeResize="0"/>
          <p:nvPr/>
        </p:nvPicPr>
        <p:blipFill rotWithShape="1">
          <a:blip r:embed="rId3">
            <a:alphaModFix/>
          </a:blip>
          <a:srcRect b="0" l="0" r="0" t="0"/>
          <a:stretch/>
        </p:blipFill>
        <p:spPr>
          <a:xfrm>
            <a:off x="22285994" y="23004825"/>
            <a:ext cx="10407700" cy="1047750"/>
          </a:xfrm>
          <a:prstGeom prst="rect">
            <a:avLst/>
          </a:prstGeom>
          <a:noFill/>
          <a:ln>
            <a:noFill/>
          </a:ln>
        </p:spPr>
      </p:pic>
      <p:sp>
        <p:nvSpPr>
          <p:cNvPr id="80" name="Google Shape;80;p1"/>
          <p:cNvSpPr txBox="1"/>
          <p:nvPr/>
        </p:nvSpPr>
        <p:spPr>
          <a:xfrm>
            <a:off x="22286000" y="23004750"/>
            <a:ext cx="10407600" cy="104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Arial"/>
                <a:ea typeface="Arial"/>
                <a:cs typeface="Arial"/>
                <a:sym typeface="Arial"/>
              </a:rPr>
              <a:t>Detection Results</a:t>
            </a:r>
            <a:endParaRPr b="1" i="0" sz="6000" u="none" cap="none" strike="noStrike">
              <a:solidFill>
                <a:schemeClr val="lt1"/>
              </a:solidFill>
              <a:latin typeface="Arial"/>
              <a:ea typeface="Arial"/>
              <a:cs typeface="Arial"/>
              <a:sym typeface="Arial"/>
            </a:endParaRPr>
          </a:p>
        </p:txBody>
      </p:sp>
      <p:pic>
        <p:nvPicPr>
          <p:cNvPr id="81" name="Google Shape;81;p1"/>
          <p:cNvPicPr preferRelativeResize="0"/>
          <p:nvPr/>
        </p:nvPicPr>
        <p:blipFill rotWithShape="1">
          <a:blip r:embed="rId6">
            <a:alphaModFix/>
          </a:blip>
          <a:srcRect b="0" l="0" r="0" t="0"/>
          <a:stretch/>
        </p:blipFill>
        <p:spPr>
          <a:xfrm flipH="1">
            <a:off x="22019675" y="7656200"/>
            <a:ext cx="247275" cy="36234076"/>
          </a:xfrm>
          <a:prstGeom prst="rect">
            <a:avLst/>
          </a:prstGeom>
          <a:noFill/>
          <a:ln>
            <a:noFill/>
          </a:ln>
        </p:spPr>
      </p:pic>
      <p:sp>
        <p:nvSpPr>
          <p:cNvPr id="82" name="Google Shape;82;p1"/>
          <p:cNvSpPr txBox="1"/>
          <p:nvPr/>
        </p:nvSpPr>
        <p:spPr>
          <a:xfrm>
            <a:off x="152400" y="32102650"/>
            <a:ext cx="54483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Arial"/>
                <a:ea typeface="Arial"/>
                <a:cs typeface="Arial"/>
                <a:sym typeface="Arial"/>
              </a:rPr>
              <a:t>Controlled Active Sensing:</a:t>
            </a:r>
            <a:endParaRPr b="1" i="0" sz="2500" u="none" cap="none" strike="noStrike">
              <a:solidFill>
                <a:schemeClr val="dk2"/>
              </a:solidFill>
              <a:latin typeface="Arial"/>
              <a:ea typeface="Arial"/>
              <a:cs typeface="Arial"/>
              <a:sym typeface="Arial"/>
            </a:endParaRPr>
          </a:p>
        </p:txBody>
      </p:sp>
      <p:sp>
        <p:nvSpPr>
          <p:cNvPr id="83" name="Google Shape;83;p1"/>
          <p:cNvSpPr txBox="1"/>
          <p:nvPr/>
        </p:nvSpPr>
        <p:spPr>
          <a:xfrm>
            <a:off x="4340577" y="32102650"/>
            <a:ext cx="7777200" cy="609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15000"/>
              </a:lnSpc>
              <a:spcBef>
                <a:spcPts val="0"/>
              </a:spcBef>
              <a:spcAft>
                <a:spcPts val="0"/>
              </a:spcAft>
              <a:buClr>
                <a:schemeClr val="dk1"/>
              </a:buClr>
              <a:buSzPts val="2500"/>
              <a:buFont typeface="Arial"/>
              <a:buNone/>
            </a:pPr>
            <a:r>
              <a:rPr b="1" i="0" lang="en" sz="2500" u="none" cap="none" strike="noStrike">
                <a:solidFill>
                  <a:schemeClr val="dk1"/>
                </a:solidFill>
                <a:latin typeface="Arial"/>
                <a:ea typeface="Arial"/>
                <a:cs typeface="Arial"/>
                <a:sym typeface="Arial"/>
              </a:rPr>
              <a:t>Communication-Aware passive sensing:</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440"/>
              <a:buFont typeface="Arial"/>
              <a:buNone/>
            </a:pPr>
            <a:r>
              <a:t/>
            </a:r>
            <a:endParaRPr b="0" i="0" sz="9440" u="none" cap="none" strike="noStrike">
              <a:solidFill>
                <a:schemeClr val="dk2"/>
              </a:solidFill>
              <a:latin typeface="Arial"/>
              <a:ea typeface="Arial"/>
              <a:cs typeface="Arial"/>
              <a:sym typeface="Arial"/>
            </a:endParaRPr>
          </a:p>
        </p:txBody>
      </p:sp>
      <p:pic>
        <p:nvPicPr>
          <p:cNvPr id="84" name="Google Shape;84;p1"/>
          <p:cNvPicPr preferRelativeResize="0"/>
          <p:nvPr/>
        </p:nvPicPr>
        <p:blipFill rotWithShape="1">
          <a:blip r:embed="rId9">
            <a:alphaModFix/>
          </a:blip>
          <a:srcRect b="0" l="0" r="0" t="0"/>
          <a:stretch/>
        </p:blipFill>
        <p:spPr>
          <a:xfrm>
            <a:off x="11448675" y="26289000"/>
            <a:ext cx="10571000" cy="4471175"/>
          </a:xfrm>
          <a:prstGeom prst="rect">
            <a:avLst/>
          </a:prstGeom>
          <a:noFill/>
          <a:ln>
            <a:noFill/>
          </a:ln>
        </p:spPr>
      </p:pic>
      <p:pic>
        <p:nvPicPr>
          <p:cNvPr id="85" name="Google Shape;85;p1"/>
          <p:cNvPicPr preferRelativeResize="0"/>
          <p:nvPr/>
        </p:nvPicPr>
        <p:blipFill rotWithShape="1">
          <a:blip r:embed="rId10">
            <a:alphaModFix/>
          </a:blip>
          <a:srcRect b="0" l="0" r="0" t="0"/>
          <a:stretch/>
        </p:blipFill>
        <p:spPr>
          <a:xfrm>
            <a:off x="11439150" y="31275938"/>
            <a:ext cx="10571000" cy="4286800"/>
          </a:xfrm>
          <a:prstGeom prst="rect">
            <a:avLst/>
          </a:prstGeom>
          <a:noFill/>
          <a:ln>
            <a:noFill/>
          </a:ln>
        </p:spPr>
      </p:pic>
      <p:graphicFrame>
        <p:nvGraphicFramePr>
          <p:cNvPr id="86" name="Google Shape;86;p1"/>
          <p:cNvGraphicFramePr/>
          <p:nvPr/>
        </p:nvGraphicFramePr>
        <p:xfrm>
          <a:off x="11520788" y="36285313"/>
          <a:ext cx="3000000" cy="3000000"/>
        </p:xfrm>
        <a:graphic>
          <a:graphicData uri="http://schemas.openxmlformats.org/drawingml/2006/table">
            <a:tbl>
              <a:tblPr>
                <a:noFill/>
                <a:tableStyleId>{E945216C-FFF9-4C13-BD51-00254840F7AA}</a:tableStyleId>
              </a:tblPr>
              <a:tblGrid>
                <a:gridCol w="3412000"/>
                <a:gridCol w="3497850"/>
                <a:gridCol w="3497850"/>
              </a:tblGrid>
              <a:tr h="2016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chemeClr val="lt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4000"/>
                        <a:buFont typeface="Arial"/>
                        <a:buNone/>
                      </a:pPr>
                      <a:r>
                        <a:rPr b="1" lang="en" sz="4000" u="none" cap="none" strike="noStrike"/>
                        <a:t>Active Sensing</a:t>
                      </a:r>
                      <a:endParaRPr b="1" sz="4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4000"/>
                        <a:buFont typeface="Arial"/>
                        <a:buNone/>
                      </a:pPr>
                      <a:r>
                        <a:rPr b="1" lang="en" sz="4000" u="none" cap="none" strike="noStrike"/>
                        <a:t>Passive Sensing</a:t>
                      </a:r>
                      <a:endParaRPr b="1" sz="4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4000">
                <a:tc>
                  <a:txBody>
                    <a:bodyPr/>
                    <a:lstStyle/>
                    <a:p>
                      <a:pPr indent="0" lvl="0" marL="0" marR="0" rtl="0" algn="l">
                        <a:lnSpc>
                          <a:spcPct val="115000"/>
                        </a:lnSpc>
                        <a:spcBef>
                          <a:spcPts val="0"/>
                        </a:spcBef>
                        <a:spcAft>
                          <a:spcPts val="0"/>
                        </a:spcAft>
                        <a:buClr>
                          <a:srgbClr val="000000"/>
                        </a:buClr>
                        <a:buSzPts val="3600"/>
                        <a:buFont typeface="Arial"/>
                        <a:buNone/>
                      </a:pPr>
                      <a:r>
                        <a:rPr b="1" lang="en" sz="3600" u="none" cap="none" strike="noStrike"/>
                        <a:t>Packet rate</a:t>
                      </a:r>
                      <a:endParaRPr b="1" sz="36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~100 pps, stable</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14–241 pps, bursty</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97300">
                <a:tc>
                  <a:txBody>
                    <a:bodyPr/>
                    <a:lstStyle/>
                    <a:p>
                      <a:pPr indent="0" lvl="0" marL="0" marR="0" rtl="0" algn="l">
                        <a:lnSpc>
                          <a:spcPct val="115000"/>
                        </a:lnSpc>
                        <a:spcBef>
                          <a:spcPts val="0"/>
                        </a:spcBef>
                        <a:spcAft>
                          <a:spcPts val="0"/>
                        </a:spcAft>
                        <a:buClr>
                          <a:srgbClr val="000000"/>
                        </a:buClr>
                        <a:buSzPts val="3600"/>
                        <a:buFont typeface="Arial"/>
                        <a:buNone/>
                      </a:pPr>
                      <a:r>
                        <a:rPr b="1" lang="en" sz="3600" u="none" cap="none" strike="noStrike"/>
                        <a:t>Signal timing</a:t>
                      </a:r>
                      <a:endParaRPr b="1" sz="36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Controlled by TX</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Dictated by traffic</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7275">
                <a:tc>
                  <a:txBody>
                    <a:bodyPr/>
                    <a:lstStyle/>
                    <a:p>
                      <a:pPr indent="0" lvl="0" marL="0" marR="0" rtl="0" algn="l">
                        <a:lnSpc>
                          <a:spcPct val="115000"/>
                        </a:lnSpc>
                        <a:spcBef>
                          <a:spcPts val="0"/>
                        </a:spcBef>
                        <a:spcAft>
                          <a:spcPts val="0"/>
                        </a:spcAft>
                        <a:buClr>
                          <a:srgbClr val="000000"/>
                        </a:buClr>
                        <a:buSzPts val="3600"/>
                        <a:buFont typeface="Arial"/>
                        <a:buNone/>
                      </a:pPr>
                      <a:r>
                        <a:rPr b="1" lang="en" sz="3600" u="none" cap="none" strike="noStrike"/>
                        <a:t>Depends on network?</a:t>
                      </a:r>
                      <a:endParaRPr b="1" sz="36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No</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 sz="3000" u="none" cap="none" strike="noStrike"/>
                        <a:t>Yes</a:t>
                      </a:r>
                      <a:endParaRPr sz="3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7" name="Google Shape;87;p1"/>
          <p:cNvSpPr txBox="1"/>
          <p:nvPr/>
        </p:nvSpPr>
        <p:spPr>
          <a:xfrm>
            <a:off x="12996575" y="41482500"/>
            <a:ext cx="8931600" cy="240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b="0" i="1"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440"/>
              <a:buFont typeface="Arial"/>
              <a:buNone/>
            </a:pPr>
            <a:r>
              <a:t/>
            </a:r>
            <a:endParaRPr b="0" i="0" sz="9440" u="none" cap="none" strike="noStrike">
              <a:solidFill>
                <a:schemeClr val="dk2"/>
              </a:solidFill>
              <a:latin typeface="Arial"/>
              <a:ea typeface="Arial"/>
              <a:cs typeface="Arial"/>
              <a:sym typeface="Arial"/>
            </a:endParaRPr>
          </a:p>
        </p:txBody>
      </p:sp>
      <p:pic>
        <p:nvPicPr>
          <p:cNvPr descr="WiFi symbol icon, wireless local area networking vector (Provided by Getty Images)" id="88" name="Google Shape;88;p1"/>
          <p:cNvPicPr preferRelativeResize="0"/>
          <p:nvPr/>
        </p:nvPicPr>
        <p:blipFill rotWithShape="1">
          <a:blip r:embed="rId11">
            <a:alphaModFix/>
          </a:blip>
          <a:srcRect b="0" l="0" r="0" t="0"/>
          <a:stretch/>
        </p:blipFill>
        <p:spPr>
          <a:xfrm>
            <a:off x="3505200" y="4330775"/>
            <a:ext cx="3314698" cy="3314698"/>
          </a:xfrm>
          <a:prstGeom prst="rect">
            <a:avLst/>
          </a:prstGeom>
          <a:noFill/>
          <a:ln>
            <a:noFill/>
          </a:ln>
        </p:spPr>
      </p:pic>
      <p:pic>
        <p:nvPicPr>
          <p:cNvPr id="89" name="Google Shape;89;p1"/>
          <p:cNvPicPr preferRelativeResize="0"/>
          <p:nvPr/>
        </p:nvPicPr>
        <p:blipFill rotWithShape="1">
          <a:blip r:embed="rId12">
            <a:alphaModFix/>
          </a:blip>
          <a:srcRect b="0" l="0" r="0" t="0"/>
          <a:stretch/>
        </p:blipFill>
        <p:spPr>
          <a:xfrm>
            <a:off x="23306350" y="24052575"/>
            <a:ext cx="8511001" cy="7217852"/>
          </a:xfrm>
          <a:prstGeom prst="rect">
            <a:avLst/>
          </a:prstGeom>
          <a:noFill/>
          <a:ln>
            <a:noFill/>
          </a:ln>
        </p:spPr>
      </p:pic>
      <p:pic>
        <p:nvPicPr>
          <p:cNvPr id="90" name="Google Shape;90;p1"/>
          <p:cNvPicPr preferRelativeResize="0"/>
          <p:nvPr/>
        </p:nvPicPr>
        <p:blipFill rotWithShape="1">
          <a:blip r:embed="rId13">
            <a:alphaModFix/>
          </a:blip>
          <a:srcRect b="0" l="0" r="0" t="0"/>
          <a:stretch/>
        </p:blipFill>
        <p:spPr>
          <a:xfrm>
            <a:off x="23218575" y="33916445"/>
            <a:ext cx="8511001" cy="7217867"/>
          </a:xfrm>
          <a:prstGeom prst="rect">
            <a:avLst/>
          </a:prstGeom>
          <a:noFill/>
          <a:ln>
            <a:noFill/>
          </a:ln>
        </p:spPr>
      </p:pic>
      <p:sp>
        <p:nvSpPr>
          <p:cNvPr id="91" name="Google Shape;91;p1"/>
          <p:cNvSpPr txBox="1"/>
          <p:nvPr/>
        </p:nvSpPr>
        <p:spPr>
          <a:xfrm>
            <a:off x="11996638" y="19296138"/>
            <a:ext cx="9456000" cy="5784900"/>
          </a:xfrm>
          <a:prstGeom prst="rect">
            <a:avLst/>
          </a:prstGeom>
          <a:noFill/>
          <a:ln>
            <a:noFill/>
          </a:ln>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chemeClr val="dk1"/>
              </a:buClr>
              <a:buSzPts val="3000"/>
              <a:buFont typeface="Arial"/>
              <a:buChar char="●"/>
            </a:pPr>
            <a:r>
              <a:rPr b="1" i="0" lang="en" sz="3000" u="none" cap="none" strike="noStrike">
                <a:solidFill>
                  <a:schemeClr val="dk1"/>
                </a:solidFill>
                <a:latin typeface="Arial"/>
                <a:ea typeface="Arial"/>
                <a:cs typeface="Arial"/>
                <a:sym typeface="Arial"/>
              </a:rPr>
              <a:t>Active sensing</a:t>
            </a:r>
            <a:r>
              <a:rPr b="0" i="0" lang="en" sz="3000" u="none" cap="none" strike="noStrike">
                <a:solidFill>
                  <a:schemeClr val="dk1"/>
                </a:solidFill>
                <a:latin typeface="Arial"/>
                <a:ea typeface="Arial"/>
                <a:cs typeface="Arial"/>
                <a:sym typeface="Arial"/>
              </a:rPr>
              <a:t>: whole-body motion using an ESP32 TX-RX link</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1" i="0" lang="en" sz="3000" u="none" cap="none" strike="noStrike">
                <a:solidFill>
                  <a:schemeClr val="dk1"/>
                </a:solidFill>
                <a:latin typeface="Arial"/>
                <a:ea typeface="Arial"/>
                <a:cs typeface="Arial"/>
                <a:sym typeface="Arial"/>
              </a:rPr>
              <a:t>Passive sensing</a:t>
            </a:r>
            <a:r>
              <a:rPr b="0" i="0" lang="en" sz="3000" u="none" cap="none" strike="noStrike">
                <a:solidFill>
                  <a:schemeClr val="dk1"/>
                </a:solidFill>
                <a:latin typeface="Arial"/>
                <a:ea typeface="Arial"/>
                <a:cs typeface="Arial"/>
                <a:sym typeface="Arial"/>
              </a:rPr>
              <a:t>: intrusion-relevant behaviors using only ambient Wi-Fi packets</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1" i="0" lang="en" sz="3000" u="none" cap="none" strike="noStrike">
                <a:solidFill>
                  <a:schemeClr val="dk1"/>
                </a:solidFill>
                <a:latin typeface="Arial"/>
                <a:ea typeface="Arial"/>
                <a:cs typeface="Arial"/>
                <a:sym typeface="Arial"/>
              </a:rPr>
              <a:t>10 repetitions per activity</a:t>
            </a:r>
            <a:r>
              <a:rPr b="0" i="0" lang="en" sz="3000" u="none" cap="none" strike="noStrike">
                <a:solidFill>
                  <a:schemeClr val="dk1"/>
                </a:solidFill>
                <a:latin typeface="Arial"/>
                <a:ea typeface="Arial"/>
                <a:cs typeface="Arial"/>
                <a:sym typeface="Arial"/>
              </a:rPr>
              <a:t> in randomized order, with rest periods for per-cycle baselines</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1" i="0" lang="en" sz="3000" u="none" cap="none" strike="noStrike">
                <a:solidFill>
                  <a:schemeClr val="dk1"/>
                </a:solidFill>
                <a:latin typeface="Arial"/>
                <a:ea typeface="Arial"/>
                <a:cs typeface="Arial"/>
                <a:sym typeface="Arial"/>
              </a:rPr>
              <a:t>Mixed background traffic</a:t>
            </a:r>
            <a:r>
              <a:rPr b="0" i="0" lang="en" sz="3000" u="none" cap="none" strike="noStrike">
                <a:solidFill>
                  <a:schemeClr val="dk1"/>
                </a:solidFill>
                <a:latin typeface="Arial"/>
                <a:ea typeface="Arial"/>
                <a:cs typeface="Arial"/>
                <a:sym typeface="Arial"/>
              </a:rPr>
              <a:t> (browse, upload, download, streaming, idle) active during all passive captures</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0"/>
              </a:spcBef>
              <a:spcAft>
                <a:spcPts val="0"/>
              </a:spcAft>
              <a:buClr>
                <a:schemeClr val="dk1"/>
              </a:buClr>
              <a:buSzPts val="3000"/>
              <a:buFont typeface="Arial"/>
              <a:buChar char="●"/>
            </a:pPr>
            <a:r>
              <a:rPr b="0" i="0" lang="en" sz="3000" u="none" cap="none" strike="noStrike">
                <a:solidFill>
                  <a:schemeClr val="dk1"/>
                </a:solidFill>
                <a:latin typeface="Arial"/>
                <a:ea typeface="Arial"/>
                <a:cs typeface="Arial"/>
                <a:sym typeface="Arial"/>
              </a:rPr>
              <a:t>Same room and equipment layout across both modes for direct comparison</a:t>
            </a:r>
            <a:endParaRPr b="0" i="0" sz="9440" u="none" cap="none" strike="noStrike">
              <a:solidFill>
                <a:schemeClr val="dk2"/>
              </a:solidFill>
              <a:latin typeface="Arial"/>
              <a:ea typeface="Arial"/>
              <a:cs typeface="Arial"/>
              <a:sym typeface="Arial"/>
            </a:endParaRPr>
          </a:p>
        </p:txBody>
      </p:sp>
      <p:pic>
        <p:nvPicPr>
          <p:cNvPr id="92" name="Google Shape;92;p1"/>
          <p:cNvPicPr preferRelativeResize="0"/>
          <p:nvPr/>
        </p:nvPicPr>
        <p:blipFill rotWithShape="1">
          <a:blip r:embed="rId14">
            <a:alphaModFix/>
          </a:blip>
          <a:srcRect b="4274" l="14186" r="17053" t="5741"/>
          <a:stretch/>
        </p:blipFill>
        <p:spPr>
          <a:xfrm>
            <a:off x="11777763" y="9456875"/>
            <a:ext cx="9456001" cy="9679076"/>
          </a:xfrm>
          <a:prstGeom prst="rect">
            <a:avLst/>
          </a:prstGeom>
          <a:noFill/>
          <a:ln>
            <a:noFill/>
          </a:ln>
        </p:spPr>
      </p:pic>
      <p:sp>
        <p:nvSpPr>
          <p:cNvPr id="93" name="Google Shape;93;p1"/>
          <p:cNvSpPr txBox="1"/>
          <p:nvPr/>
        </p:nvSpPr>
        <p:spPr>
          <a:xfrm>
            <a:off x="12116938" y="8888825"/>
            <a:ext cx="4114800" cy="44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Arial"/>
                <a:ea typeface="Arial"/>
                <a:cs typeface="Arial"/>
                <a:sym typeface="Arial"/>
              </a:rPr>
              <a:t>Active Sensing Activities:</a:t>
            </a:r>
            <a:endParaRPr b="1" i="0" sz="2400" u="none" cap="none" strike="noStrike">
              <a:solidFill>
                <a:schemeClr val="dk1"/>
              </a:solidFill>
              <a:latin typeface="Arial"/>
              <a:ea typeface="Arial"/>
              <a:cs typeface="Arial"/>
              <a:sym typeface="Arial"/>
            </a:endParaRPr>
          </a:p>
        </p:txBody>
      </p:sp>
      <p:sp>
        <p:nvSpPr>
          <p:cNvPr id="94" name="Google Shape;94;p1"/>
          <p:cNvSpPr txBox="1"/>
          <p:nvPr/>
        </p:nvSpPr>
        <p:spPr>
          <a:xfrm>
            <a:off x="17037663" y="8907500"/>
            <a:ext cx="44115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Arial"/>
                <a:ea typeface="Arial"/>
                <a:cs typeface="Arial"/>
                <a:sym typeface="Arial"/>
              </a:rPr>
              <a:t>Passive Sensing Activities:</a:t>
            </a:r>
            <a:endParaRPr b="1" i="0" sz="2400" u="none" cap="none" strike="noStrike">
              <a:solidFill>
                <a:schemeClr val="dk1"/>
              </a:solidFill>
              <a:latin typeface="Arial"/>
              <a:ea typeface="Arial"/>
              <a:cs typeface="Arial"/>
              <a:sym typeface="Arial"/>
            </a:endParaRPr>
          </a:p>
        </p:txBody>
      </p:sp>
      <p:sp>
        <p:nvSpPr>
          <p:cNvPr id="95" name="Google Shape;95;p1"/>
          <p:cNvSpPr txBox="1"/>
          <p:nvPr/>
        </p:nvSpPr>
        <p:spPr>
          <a:xfrm>
            <a:off x="22833850" y="31908900"/>
            <a:ext cx="9456000" cy="21831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1200"/>
              </a:spcBef>
              <a:spcAft>
                <a:spcPts val="0"/>
              </a:spcAft>
              <a:buClr>
                <a:schemeClr val="dk1"/>
              </a:buClr>
              <a:buSzPts val="2600"/>
              <a:buFont typeface="Arial"/>
              <a:buChar char="●"/>
            </a:pPr>
            <a:r>
              <a:rPr b="0" i="0" lang="en" sz="2600" u="none" cap="none" strike="noStrike">
                <a:solidFill>
                  <a:schemeClr val="dk1"/>
                </a:solidFill>
                <a:latin typeface="Arial"/>
                <a:ea typeface="Arial"/>
                <a:cs typeface="Arial"/>
                <a:sym typeface="Arial"/>
              </a:rPr>
              <a:t>Toe_Tap (95% recall) and Squat (89% recall) are detected most reliably. Jumping_Jacks is the weakest class (68% F1) and is most often confused with Hand_Raise, since both involve similar arm motion.</a:t>
            </a:r>
            <a:endParaRPr b="0" i="0" sz="2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600"/>
              <a:buFont typeface="Arial"/>
              <a:buNone/>
            </a:pPr>
            <a:r>
              <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3000"/>
              <a:buFont typeface="Arial"/>
              <a:buNone/>
            </a:pPr>
            <a:r>
              <a:t/>
            </a:r>
            <a:endParaRPr b="0" i="0" sz="3000" u="none" cap="none" strike="noStrike">
              <a:solidFill>
                <a:schemeClr val="dk2"/>
              </a:solidFill>
              <a:latin typeface="Arial"/>
              <a:ea typeface="Arial"/>
              <a:cs typeface="Arial"/>
              <a:sym typeface="Arial"/>
            </a:endParaRPr>
          </a:p>
        </p:txBody>
      </p:sp>
      <p:sp>
        <p:nvSpPr>
          <p:cNvPr id="96" name="Google Shape;96;p1"/>
          <p:cNvSpPr txBox="1"/>
          <p:nvPr/>
        </p:nvSpPr>
        <p:spPr>
          <a:xfrm>
            <a:off x="22837525" y="41757625"/>
            <a:ext cx="9772500" cy="21831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1200"/>
              </a:spcBef>
              <a:spcAft>
                <a:spcPts val="0"/>
              </a:spcAft>
              <a:buClr>
                <a:schemeClr val="dk1"/>
              </a:buClr>
              <a:buSzPts val="2600"/>
              <a:buFont typeface="Arial"/>
              <a:buChar char="●"/>
            </a:pPr>
            <a:r>
              <a:rPr b="0" i="0" lang="en" sz="2600" u="none" cap="none" strike="noStrike">
                <a:solidFill>
                  <a:schemeClr val="dk1"/>
                </a:solidFill>
                <a:latin typeface="Arial"/>
                <a:ea typeface="Arial"/>
                <a:cs typeface="Arial"/>
                <a:sym typeface="Arial"/>
              </a:rPr>
              <a:t>Door_OpenClose is detected most reliably (88% recall). Door_Handle_Jiggle and Dragging are weaker (61–72% recall) and get confused with each other more often, since both are subtler, sustained motions</a:t>
            </a:r>
            <a:r>
              <a:rPr b="0" i="0" lang="en"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chemeClr val="dk2"/>
              </a:solidFill>
              <a:latin typeface="Arial"/>
              <a:ea typeface="Arial"/>
              <a:cs typeface="Arial"/>
              <a:sym typeface="Arial"/>
            </a:endParaRPr>
          </a:p>
        </p:txBody>
      </p:sp>
      <p:sp>
        <p:nvSpPr>
          <p:cNvPr id="97" name="Google Shape;97;p1"/>
          <p:cNvSpPr txBox="1"/>
          <p:nvPr/>
        </p:nvSpPr>
        <p:spPr>
          <a:xfrm>
            <a:off x="11372850" y="42900200"/>
            <a:ext cx="108204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800" u="none" cap="none" strike="noStrike">
                <a:solidFill>
                  <a:schemeClr val="dk1"/>
                </a:solidFill>
                <a:latin typeface="Arial"/>
                <a:ea typeface="Arial"/>
                <a:cs typeface="Arial"/>
                <a:sym typeface="Arial"/>
              </a:rPr>
              <a:t>Table 1</a:t>
            </a:r>
            <a:r>
              <a:rPr b="0" i="0" lang="en" sz="1800" u="none" cap="none" strike="noStrike">
                <a:solidFill>
                  <a:schemeClr val="dk1"/>
                </a:solidFill>
                <a:latin typeface="Arial"/>
                <a:ea typeface="Arial"/>
                <a:cs typeface="Arial"/>
                <a:sym typeface="Arial"/>
              </a:rPr>
              <a:t>. Active vs. passive sensing characteristics (packet rate, signal timing, network dependence)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98" name="Google Shape;98;p1"/>
          <p:cNvSpPr txBox="1"/>
          <p:nvPr/>
        </p:nvSpPr>
        <p:spPr>
          <a:xfrm>
            <a:off x="22296000" y="17242188"/>
            <a:ext cx="114297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000"/>
              <a:buFont typeface="Arial"/>
              <a:buNone/>
            </a:pPr>
            <a:r>
              <a:rPr b="1" i="1" lang="en" sz="2000" u="none" cap="none" strike="noStrike">
                <a:solidFill>
                  <a:schemeClr val="dk1"/>
                </a:solidFill>
                <a:latin typeface="Arial"/>
                <a:ea typeface="Arial"/>
                <a:cs typeface="Arial"/>
                <a:sym typeface="Arial"/>
              </a:rPr>
              <a:t>Figure 4</a:t>
            </a:r>
            <a:r>
              <a:rPr b="0" i="1" lang="en" sz="2000" u="none" cap="none" strike="noStrike">
                <a:solidFill>
                  <a:schemeClr val="dk1"/>
                </a:solidFill>
                <a:latin typeface="Arial"/>
                <a:ea typeface="Arial"/>
                <a:cs typeface="Arial"/>
                <a:sym typeface="Arial"/>
              </a:rPr>
              <a:t>.</a:t>
            </a:r>
            <a:r>
              <a:rPr b="0" i="0" lang="en" sz="2000" u="none" cap="none" strike="noStrike">
                <a:solidFill>
                  <a:schemeClr val="dk1"/>
                </a:solidFill>
                <a:latin typeface="Arial"/>
                <a:ea typeface="Arial"/>
                <a:cs typeface="Arial"/>
                <a:sym typeface="Arial"/>
              </a:rPr>
              <a:t> </a:t>
            </a:r>
            <a:r>
              <a:rPr b="0" i="1" lang="en" sz="2000" u="none" cap="none" strike="noStrike">
                <a:solidFill>
                  <a:schemeClr val="dk1"/>
                </a:solidFill>
                <a:latin typeface="Arial"/>
                <a:ea typeface="Arial"/>
                <a:cs typeface="Arial"/>
                <a:sym typeface="Arial"/>
              </a:rPr>
              <a:t>Sensing environment overview: router, sensing target, and passive collector.</a:t>
            </a:r>
            <a:endParaRPr b="0" i="1" sz="2000" u="none" cap="none" strike="noStrike">
              <a:solidFill>
                <a:schemeClr val="dk2"/>
              </a:solidFill>
              <a:latin typeface="Arial"/>
              <a:ea typeface="Arial"/>
              <a:cs typeface="Arial"/>
              <a:sym typeface="Arial"/>
            </a:endParaRPr>
          </a:p>
        </p:txBody>
      </p:sp>
      <p:sp>
        <p:nvSpPr>
          <p:cNvPr id="99" name="Google Shape;99;p1"/>
          <p:cNvSpPr txBox="1"/>
          <p:nvPr/>
        </p:nvSpPr>
        <p:spPr>
          <a:xfrm>
            <a:off x="11828763" y="30796950"/>
            <a:ext cx="10027200" cy="44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1" lang="en" sz="2000" u="none" cap="none" strike="noStrike">
                <a:solidFill>
                  <a:schemeClr val="dk1"/>
                </a:solidFill>
                <a:latin typeface="Arial"/>
                <a:ea typeface="Arial"/>
                <a:cs typeface="Arial"/>
                <a:sym typeface="Arial"/>
              </a:rPr>
              <a:t>Figure 2</a:t>
            </a:r>
            <a:r>
              <a:rPr b="0" i="1" lang="en" sz="2000" u="none" cap="none" strike="noStrike">
                <a:solidFill>
                  <a:schemeClr val="dk1"/>
                </a:solidFill>
                <a:latin typeface="Arial"/>
                <a:ea typeface="Arial"/>
                <a:cs typeface="Arial"/>
                <a:sym typeface="Arial"/>
              </a:rPr>
              <a:t>. CSI packet count over time, active sensing</a:t>
            </a:r>
            <a:endParaRPr b="0" i="1"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9440"/>
              <a:buFont typeface="Arial"/>
              <a:buNone/>
            </a:pPr>
            <a:r>
              <a:t/>
            </a:r>
            <a:endParaRPr b="0" i="0" sz="9440" u="none" cap="none" strike="noStrike">
              <a:solidFill>
                <a:schemeClr val="dk2"/>
              </a:solidFill>
              <a:latin typeface="Arial"/>
              <a:ea typeface="Arial"/>
              <a:cs typeface="Arial"/>
              <a:sym typeface="Arial"/>
            </a:endParaRPr>
          </a:p>
        </p:txBody>
      </p:sp>
      <p:sp>
        <p:nvSpPr>
          <p:cNvPr id="100" name="Google Shape;100;p1"/>
          <p:cNvSpPr txBox="1"/>
          <p:nvPr/>
        </p:nvSpPr>
        <p:spPr>
          <a:xfrm>
            <a:off x="11830250" y="35426675"/>
            <a:ext cx="104076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1" lang="en" sz="2000" u="none" cap="none" strike="noStrike">
                <a:solidFill>
                  <a:schemeClr val="dk1"/>
                </a:solidFill>
                <a:latin typeface="Arial"/>
                <a:ea typeface="Arial"/>
                <a:cs typeface="Arial"/>
                <a:sym typeface="Arial"/>
              </a:rPr>
              <a:t>Figure 3</a:t>
            </a:r>
            <a:r>
              <a:rPr b="0" i="1" lang="en" sz="2000" u="none" cap="none" strike="noStrike">
                <a:solidFill>
                  <a:schemeClr val="dk1"/>
                </a:solidFill>
                <a:latin typeface="Arial"/>
                <a:ea typeface="Arial"/>
                <a:cs typeface="Arial"/>
                <a:sym typeface="Arial"/>
              </a:rPr>
              <a:t>. CSI packet count over time, passive sensing under traffic conditions</a:t>
            </a:r>
            <a:endParaRPr b="0" i="1"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01" name="Google Shape;101;p1"/>
          <p:cNvSpPr txBox="1"/>
          <p:nvPr/>
        </p:nvSpPr>
        <p:spPr>
          <a:xfrm>
            <a:off x="22783800" y="31270425"/>
            <a:ext cx="92241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chemeClr val="dk1"/>
                </a:solidFill>
                <a:latin typeface="Arial"/>
                <a:ea typeface="Arial"/>
                <a:cs typeface="Arial"/>
                <a:sym typeface="Arial"/>
              </a:rPr>
              <a:t>Figure 5.</a:t>
            </a:r>
            <a:r>
              <a:rPr b="0" i="1" lang="en" sz="2000" u="none" cap="none" strike="noStrike">
                <a:solidFill>
                  <a:schemeClr val="dk1"/>
                </a:solidFill>
                <a:latin typeface="Arial"/>
                <a:ea typeface="Arial"/>
                <a:cs typeface="Arial"/>
                <a:sym typeface="Arial"/>
              </a:rPr>
              <a:t> Confusion matrix: general activity recognition (81% accuracy)</a:t>
            </a:r>
            <a:endParaRPr b="0" i="1" sz="2000" u="none" cap="none" strike="noStrike">
              <a:solidFill>
                <a:schemeClr val="dk1"/>
              </a:solidFill>
              <a:latin typeface="Arial"/>
              <a:ea typeface="Arial"/>
              <a:cs typeface="Arial"/>
              <a:sym typeface="Arial"/>
            </a:endParaRPr>
          </a:p>
        </p:txBody>
      </p:sp>
      <p:sp>
        <p:nvSpPr>
          <p:cNvPr id="102" name="Google Shape;102;p1"/>
          <p:cNvSpPr txBox="1"/>
          <p:nvPr/>
        </p:nvSpPr>
        <p:spPr>
          <a:xfrm>
            <a:off x="22783800" y="41020400"/>
            <a:ext cx="89316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chemeClr val="dk1"/>
                </a:solidFill>
                <a:latin typeface="Arial"/>
                <a:ea typeface="Arial"/>
                <a:cs typeface="Arial"/>
                <a:sym typeface="Arial"/>
              </a:rPr>
              <a:t>Figure 6.</a:t>
            </a:r>
            <a:r>
              <a:rPr b="0" i="1" lang="en" sz="2000" u="none" cap="none" strike="noStrike">
                <a:solidFill>
                  <a:schemeClr val="dk1"/>
                </a:solidFill>
                <a:latin typeface="Arial"/>
                <a:ea typeface="Arial"/>
                <a:cs typeface="Arial"/>
                <a:sym typeface="Arial"/>
              </a:rPr>
              <a:t> Confusion matrix: intrusion behavior detection (75% accuracy)</a:t>
            </a:r>
            <a:endParaRPr b="0" i="1" sz="2000" u="none" cap="none" strike="noStrike">
              <a:solidFill>
                <a:schemeClr val="dk1"/>
              </a:solidFill>
              <a:latin typeface="Arial"/>
              <a:ea typeface="Arial"/>
              <a:cs typeface="Arial"/>
              <a:sym typeface="Arial"/>
            </a:endParaRPr>
          </a:p>
        </p:txBody>
      </p:sp>
      <p:pic>
        <p:nvPicPr>
          <p:cNvPr id="103" name="Google Shape;103;p1"/>
          <p:cNvPicPr preferRelativeResize="0"/>
          <p:nvPr/>
        </p:nvPicPr>
        <p:blipFill rotWithShape="1">
          <a:blip r:embed="rId15">
            <a:alphaModFix/>
          </a:blip>
          <a:srcRect b="0" l="0" r="0" t="0"/>
          <a:stretch/>
        </p:blipFill>
        <p:spPr>
          <a:xfrm>
            <a:off x="26518775" y="4162204"/>
            <a:ext cx="4114801" cy="2999822"/>
          </a:xfrm>
          <a:prstGeom prst="rect">
            <a:avLst/>
          </a:prstGeom>
          <a:noFill/>
          <a:ln>
            <a:noFill/>
          </a:ln>
        </p:spPr>
      </p:pic>
      <p:sp>
        <p:nvSpPr>
          <p:cNvPr id="104" name="Google Shape;104;p1"/>
          <p:cNvSpPr txBox="1"/>
          <p:nvPr/>
        </p:nvSpPr>
        <p:spPr>
          <a:xfrm>
            <a:off x="22286000" y="19272150"/>
            <a:ext cx="10407600" cy="30351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15000"/>
              </a:lnSpc>
              <a:spcBef>
                <a:spcPts val="120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Active sensing (5 activities): </a:t>
            </a:r>
            <a:r>
              <a:rPr b="1" i="0" lang="en" sz="2400" u="none" cap="none" strike="noStrike">
                <a:solidFill>
                  <a:schemeClr val="dk1"/>
                </a:solidFill>
                <a:latin typeface="Arial"/>
                <a:ea typeface="Arial"/>
                <a:cs typeface="Arial"/>
                <a:sym typeface="Arial"/>
              </a:rPr>
              <a:t>81% accuracy</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Passive sensing (3 intrusion behaviors): </a:t>
            </a:r>
            <a:r>
              <a:rPr b="1" i="0" lang="en" sz="2400" u="none" cap="none" strike="noStrike">
                <a:solidFill>
                  <a:schemeClr val="dk1"/>
                </a:solidFill>
                <a:latin typeface="Arial"/>
                <a:ea typeface="Arial"/>
                <a:cs typeface="Arial"/>
                <a:sym typeface="Arial"/>
              </a:rPr>
              <a:t>75% accuracy</a:t>
            </a:r>
            <a:r>
              <a:rPr b="0" i="0" lang="en" sz="2400" u="none" cap="none" strike="noStrike">
                <a:solidFill>
                  <a:schemeClr val="dk1"/>
                </a:solidFill>
                <a:latin typeface="Arial"/>
                <a:ea typeface="Arial"/>
                <a:cs typeface="Arial"/>
                <a:sym typeface="Arial"/>
              </a:rPr>
              <a:t>, using only ambient WiFi packets with no dedicated transmitter</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1" lang="en" sz="2400" u="none" cap="none" strike="noStrike">
                <a:solidFill>
                  <a:schemeClr val="dk1"/>
                </a:solidFill>
                <a:latin typeface="Arial"/>
                <a:ea typeface="Arial"/>
                <a:cs typeface="Arial"/>
                <a:sym typeface="Arial"/>
              </a:rPr>
              <a:t>Traffic type causes a large swing in passive sensing accuracy. Streaming traffic starves the sniffer of packets, capturing about 10 times fewer than active sensing captures in the same amount of time.</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chemeClr val="dk2"/>
              </a:solidFill>
              <a:latin typeface="Arial"/>
              <a:ea typeface="Arial"/>
              <a:cs typeface="Arial"/>
              <a:sym typeface="Arial"/>
            </a:endParaRPr>
          </a:p>
        </p:txBody>
      </p:sp>
      <p:sp>
        <p:nvSpPr>
          <p:cNvPr id="105" name="Google Shape;105;p1"/>
          <p:cNvSpPr txBox="1"/>
          <p:nvPr/>
        </p:nvSpPr>
        <p:spPr>
          <a:xfrm>
            <a:off x="389500" y="30150575"/>
            <a:ext cx="97725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chemeClr val="dk1"/>
                </a:solidFill>
                <a:latin typeface="Arial"/>
                <a:ea typeface="Arial"/>
                <a:cs typeface="Arial"/>
                <a:sym typeface="Arial"/>
              </a:rPr>
              <a:t>Figure 1</a:t>
            </a:r>
            <a:r>
              <a:rPr b="0" i="1" lang="en" sz="2000" u="none" cap="none" strike="noStrike">
                <a:solidFill>
                  <a:schemeClr val="dk1"/>
                </a:solidFill>
                <a:latin typeface="Arial"/>
                <a:ea typeface="Arial"/>
                <a:cs typeface="Arial"/>
                <a:sym typeface="Arial"/>
              </a:rPr>
              <a:t>. Data collection setup</a:t>
            </a:r>
            <a:endParaRPr b="0" i="1" sz="2000" u="none" cap="none" strike="noStrike">
              <a:solidFill>
                <a:schemeClr val="dk1"/>
              </a:solidFill>
              <a:latin typeface="Arial"/>
              <a:ea typeface="Arial"/>
              <a:cs typeface="Arial"/>
              <a:sym typeface="Arial"/>
            </a:endParaRPr>
          </a:p>
        </p:txBody>
      </p:sp>
      <p:pic>
        <p:nvPicPr>
          <p:cNvPr id="106" name="Google Shape;106;p1" title="poster-annotated-v3.jpeg"/>
          <p:cNvPicPr preferRelativeResize="0"/>
          <p:nvPr/>
        </p:nvPicPr>
        <p:blipFill rotWithShape="1">
          <a:blip r:embed="rId16">
            <a:alphaModFix/>
          </a:blip>
          <a:srcRect b="0" l="0" r="0" t="0"/>
          <a:stretch/>
        </p:blipFill>
        <p:spPr>
          <a:xfrm>
            <a:off x="357575" y="25642575"/>
            <a:ext cx="10407598" cy="4471200"/>
          </a:xfrm>
          <a:prstGeom prst="rect">
            <a:avLst/>
          </a:prstGeom>
          <a:noFill/>
          <a:ln>
            <a:noFill/>
          </a:ln>
        </p:spPr>
      </p:pic>
      <p:sp>
        <p:nvSpPr>
          <p:cNvPr id="107" name="Google Shape;107;p1"/>
          <p:cNvSpPr txBox="1"/>
          <p:nvPr/>
        </p:nvSpPr>
        <p:spPr>
          <a:xfrm>
            <a:off x="-409100" y="43449000"/>
            <a:ext cx="10571100" cy="44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0" i="1" lang="en" sz="1600" u="none" cap="none" strike="noStrike">
                <a:solidFill>
                  <a:schemeClr val="dk1"/>
                </a:solidFill>
                <a:latin typeface="Arial"/>
                <a:ea typeface="Arial"/>
                <a:cs typeface="Arial"/>
                <a:sym typeface="Arial"/>
              </a:rPr>
              <a:t>This work is partially supported by the National Science Foundation under Grant Award Number 2447453</a:t>
            </a:r>
            <a:endParaRPr b="0" i="1"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08" name="Google Shape;108;p1"/>
          <p:cNvPicPr preferRelativeResize="0"/>
          <p:nvPr/>
        </p:nvPicPr>
        <p:blipFill rotWithShape="1">
          <a:blip r:embed="rId17">
            <a:alphaModFix/>
          </a:blip>
          <a:srcRect b="0" l="0" r="0" t="0"/>
          <a:stretch/>
        </p:blipFill>
        <p:spPr>
          <a:xfrm>
            <a:off x="27245375" y="332049"/>
            <a:ext cx="5448326" cy="25198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FF0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